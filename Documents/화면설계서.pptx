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302" r:id="rId2"/>
    <p:sldId id="274" r:id="rId3"/>
    <p:sldId id="275" r:id="rId4"/>
    <p:sldId id="303" r:id="rId5"/>
    <p:sldId id="276" r:id="rId6"/>
    <p:sldId id="277" r:id="rId7"/>
    <p:sldId id="278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88" r:id="rId18"/>
    <p:sldId id="290" r:id="rId19"/>
    <p:sldId id="291" r:id="rId20"/>
    <p:sldId id="292" r:id="rId21"/>
    <p:sldId id="293" r:id="rId22"/>
    <p:sldId id="294" r:id="rId23"/>
    <p:sldId id="295" r:id="rId24"/>
    <p:sldId id="296" r:id="rId25"/>
    <p:sldId id="297" r:id="rId26"/>
    <p:sldId id="298" r:id="rId27"/>
    <p:sldId id="299" r:id="rId28"/>
    <p:sldId id="300" r:id="rId29"/>
    <p:sldId id="301" r:id="rId3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96" y="1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기획의도     </a:t>
              </a:r>
              <a:r>
                <a:rPr lang="en-US" altLang="ko-KR" sz="1600" b="1" dirty="0"/>
                <a:t>              3 Page</a:t>
              </a:r>
              <a:endParaRPr lang="ko-KR" altLang="en-US" sz="1600" b="1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</a:t>
              </a:r>
              <a:r>
                <a:rPr lang="en-US" altLang="ko-KR" sz="1600" b="1" dirty="0"/>
                <a:t>6 ~ 28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4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 err="1"/>
              <a:t>기능약어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214582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634404" y="3105028"/>
            <a:ext cx="6320153" cy="2173026"/>
            <a:chOff x="5314606" y="2394433"/>
            <a:chExt cx="6320153" cy="2173026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73026"/>
              <a:chOff x="5314606" y="2394433"/>
              <a:chExt cx="3036984" cy="2173026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공통영역</a:t>
                </a:r>
                <a:r>
                  <a:rPr lang="ko-KR" altLang="en-US" sz="1200" b="1" dirty="0"/>
                  <a:t> </a:t>
                </a:r>
                <a:r>
                  <a:rPr lang="en-US" altLang="ko-KR" sz="1200" b="1" dirty="0"/>
                  <a:t>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</a:t>
                </a:r>
                <a:r>
                  <a:rPr lang="en-US" altLang="ko-KR" sz="1200" b="1" dirty="0"/>
                  <a:t>14 ~ 16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</a:t>
                </a:r>
                <a:r>
                  <a:rPr lang="en-US" altLang="ko-KR" sz="1200" b="1" dirty="0"/>
                  <a:t>8 ~ 13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</a:t>
                </a:r>
                <a:r>
                  <a:rPr lang="en-US" altLang="ko-KR" sz="1200" b="1" dirty="0"/>
                  <a:t>17 ~ 18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54327"/>
              <a:chOff x="8226372" y="4121210"/>
              <a:chExt cx="3036984" cy="1754327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</a:t>
                </a:r>
                <a:r>
                  <a:rPr lang="en-US" altLang="ko-KR" sz="1200" b="1" dirty="0"/>
                  <a:t>20 ~ 21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</a:t>
                </a:r>
                <a:r>
                  <a:rPr lang="en-US" altLang="ko-KR" sz="1200" b="1" dirty="0"/>
                  <a:t>22 ~ 23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</a:t>
                </a:r>
                <a:r>
                  <a:rPr lang="en-US" altLang="ko-KR" sz="1200" b="1" dirty="0"/>
                  <a:t>24 ~ 28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31544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158487"/>
              </p:ext>
            </p:extLst>
          </p:nvPr>
        </p:nvGraphicFramePr>
        <p:xfrm>
          <a:off x="7292972" y="784363"/>
          <a:ext cx="4899028" cy="439039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65647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9446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613457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459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218925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6441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4410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30149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398829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461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554365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963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596842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75260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812025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01905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909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564042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3215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481751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8039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94994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8742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342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363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813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6436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919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36423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230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1740</TotalTime>
  <Words>2107</Words>
  <Application>Microsoft Office PowerPoint</Application>
  <PresentationFormat>와이드스크린</PresentationFormat>
  <Paragraphs>791</Paragraphs>
  <Slides>29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365</cp:revision>
  <dcterms:created xsi:type="dcterms:W3CDTF">2020-05-04T01:46:29Z</dcterms:created>
  <dcterms:modified xsi:type="dcterms:W3CDTF">2020-06-09T00:22:36Z</dcterms:modified>
</cp:coreProperties>
</file>