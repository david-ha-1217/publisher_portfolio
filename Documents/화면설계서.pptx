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2" r:id="rId2"/>
    <p:sldId id="274" r:id="rId3"/>
    <p:sldId id="275" r:id="rId4"/>
    <p:sldId id="276" r:id="rId5"/>
    <p:sldId id="277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8" r:id="rId16"/>
    <p:sldId id="267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F10A2-1868-4C8C-9F00-753B47F5FC10}" type="datetimeFigureOut">
              <a:rPr lang="ko-KR" altLang="en-US" smtClean="0"/>
              <a:t>2020-05-23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 smtClean="0"/>
              <a:t>Taemin’s</a:t>
            </a:r>
            <a:r>
              <a:rPr lang="en-US" altLang="ko-KR" sz="4000" b="1" dirty="0" smtClean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588724"/>
              </p:ext>
            </p:extLst>
          </p:nvPr>
        </p:nvGraphicFramePr>
        <p:xfrm>
          <a:off x="325319" y="5527236"/>
          <a:ext cx="1155016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0054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3850054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3850054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 smtClean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/>
                        <a:t>하 태민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88890" y="2026732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 smtClean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1194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smtClean="0"/>
              <a:t>Contents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서비스 개요</a:t>
            </a:r>
            <a:endParaRPr lang="ko-KR" altLang="en-US" b="1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972396"/>
              </p:ext>
            </p:extLst>
          </p:nvPr>
        </p:nvGraphicFramePr>
        <p:xfrm>
          <a:off x="325319" y="1490691"/>
          <a:ext cx="1155016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67">
                  <a:extLst>
                    <a:ext uri="{9D8B030D-6E8A-4147-A177-3AD203B41FA5}">
                      <a16:colId xmlns:a16="http://schemas.microsoft.com/office/drawing/2014/main" val="484599276"/>
                    </a:ext>
                  </a:extLst>
                </a:gridCol>
                <a:gridCol w="9506195">
                  <a:extLst>
                    <a:ext uri="{9D8B030D-6E8A-4147-A177-3AD203B41FA5}">
                      <a16:colId xmlns:a16="http://schemas.microsoft.com/office/drawing/2014/main" val="16992553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구분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내용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4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기획 배경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87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기획 목적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498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기대 효과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487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기능 요약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25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기타 사항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231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smtClean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177824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779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56011">
                  <a:extLst>
                    <a:ext uri="{9D8B030D-6E8A-4147-A177-3AD203B41FA5}">
                      <a16:colId xmlns:a16="http://schemas.microsoft.com/office/drawing/2014/main" val="4199810308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기획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문서번호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버 전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684463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버 전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일 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설 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이력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기획의도 추가</a:t>
                      </a:r>
                      <a:endParaRPr lang="en-US" altLang="ko-KR" sz="16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화면설계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 수정 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600" baseline="0" dirty="0" err="1" smtClean="0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600" baseline="0" dirty="0" err="1" smtClean="0">
                          <a:solidFill>
                            <a:schemeClr val="tx1"/>
                          </a:solidFill>
                        </a:rPr>
                        <a:t>ans_board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 ) </a:t>
                      </a:r>
                      <a:r>
                        <a:rPr lang="ko-KR" altLang="en-US" sz="1600" baseline="0" dirty="0" smtClean="0">
                          <a:solidFill>
                            <a:schemeClr val="tx1"/>
                          </a:solidFill>
                        </a:rPr>
                        <a:t>및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baseline="0" dirty="0" smtClean="0">
                          <a:solidFill>
                            <a:schemeClr val="tx1"/>
                          </a:solidFill>
                        </a:rPr>
                        <a:t>추가 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600" baseline="0" dirty="0" err="1" smtClean="0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600" baseline="0" dirty="0" err="1" smtClean="0">
                          <a:solidFill>
                            <a:schemeClr val="tx1"/>
                          </a:solidFill>
                        </a:rPr>
                        <a:t>ans_board_cnt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600" baseline="0" dirty="0" err="1" smtClean="0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600" baseline="0" dirty="0" err="1" smtClean="0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6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화면 설계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154"/>
            <a:ext cx="7195624" cy="606484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1690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F-11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index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메인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594903"/>
              </p:ext>
            </p:extLst>
          </p:nvPr>
        </p:nvGraphicFramePr>
        <p:xfrm>
          <a:off x="7652239" y="861646"/>
          <a:ext cx="4539762" cy="53695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agree_form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 smtClean="0">
                          <a:solidFill>
                            <a:schemeClr val="tx1"/>
                          </a:solidFill>
                        </a:rPr>
                        <a:t>login_form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상단 탭 메뉴와 검색 창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메뉴 클릭 시 각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28600" indent="-228600" algn="l" latinLnBrk="1">
                        <a:buFontTx/>
                        <a:buAutoNum type="arabicParenR"/>
                      </a:pPr>
                      <a:r>
                        <a:rPr lang="ko-KR" altLang="en-US" sz="1000" dirty="0" smtClean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000" dirty="0" smtClean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US" altLang="ko-KR" sz="10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000" baseline="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000" baseline="0" dirty="0" smtClean="0">
                          <a:solidFill>
                            <a:schemeClr val="tx1"/>
                          </a:solidFill>
                        </a:rPr>
                        <a:t> : company</a:t>
                      </a:r>
                    </a:p>
                    <a:p>
                      <a:pPr marL="228600" indent="-228600" algn="l" latinLnBrk="1">
                        <a:buFontTx/>
                        <a:buAutoNum type="arabicParenR"/>
                      </a:pPr>
                      <a:r>
                        <a:rPr lang="ko-KR" altLang="en-US" sz="1000" baseline="0" dirty="0" smtClean="0">
                          <a:solidFill>
                            <a:schemeClr val="tx1"/>
                          </a:solidFill>
                        </a:rPr>
                        <a:t>자료실 </a:t>
                      </a:r>
                      <a:r>
                        <a:rPr lang="en-US" altLang="ko-KR" sz="1000" baseline="0" dirty="0" smtClean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en-US" altLang="ko-KR" sz="1000" baseline="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000" baseline="0" dirty="0" smtClean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000" baseline="0" dirty="0" err="1" smtClean="0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en-US" altLang="ko-KR" sz="10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algn="l" latinLnBrk="1">
                        <a:buFontTx/>
                        <a:buAutoNum type="arabicParenR"/>
                      </a:pPr>
                      <a:r>
                        <a:rPr lang="ko-KR" altLang="en-US" sz="1000" baseline="0" dirty="0" smtClean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000" baseline="0" dirty="0" smtClean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en-US" altLang="ko-KR" sz="1000" baseline="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000" baseline="0" dirty="0" smtClean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000" baseline="0" dirty="0" err="1" smtClean="0">
                          <a:solidFill>
                            <a:schemeClr val="tx1"/>
                          </a:solidFill>
                        </a:rPr>
                        <a:t>ans_board</a:t>
                      </a:r>
                      <a:endParaRPr lang="en-US" altLang="ko-KR" sz="10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algn="l" latinLnBrk="1">
                        <a:buFontTx/>
                        <a:buAutoNum type="arabicParenR"/>
                      </a:pPr>
                      <a:r>
                        <a:rPr lang="ko-KR" altLang="en-US" sz="1000" baseline="0" dirty="0" smtClean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000" baseline="0" dirty="0" smtClean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en-US" altLang="ko-KR" sz="1000" baseline="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000" baseline="0" dirty="0" smtClean="0">
                          <a:solidFill>
                            <a:schemeClr val="tx1"/>
                          </a:solidFill>
                        </a:rPr>
                        <a:t> : online</a:t>
                      </a:r>
                    </a:p>
                    <a:p>
                      <a:pPr marL="228600" indent="-228600" algn="l" latinLnBrk="1">
                        <a:buFontTx/>
                        <a:buAutoNum type="arabicParenR"/>
                      </a:pPr>
                      <a:endParaRPr lang="en-US" altLang="ko-KR" sz="10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저자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 등 검색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출판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 된 책 목록</a:t>
                      </a:r>
                      <a:endParaRPr lang="en-US" altLang="ko-KR" sz="11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양 방향 아이콘으로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슬라이드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책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 클릭 시 책 소개 페이지로 이동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가장 최근의 공지사항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이벤트를 출력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오른쪽 상단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+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아이콘 클릭 시 공지사항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클릭 시 해당 출판사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717693"/>
                  </a:ext>
                </a:extLst>
              </a:tr>
            </a:tbl>
          </a:graphicData>
        </a:graphic>
      </p:graphicFrame>
      <p:sp>
        <p:nvSpPr>
          <p:cNvPr id="9" name="타원 8"/>
          <p:cNvSpPr/>
          <p:nvPr/>
        </p:nvSpPr>
        <p:spPr>
          <a:xfrm>
            <a:off x="2377440" y="10258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5463248" y="10258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58908" y="1432304"/>
            <a:ext cx="7077807" cy="3701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6486381" y="10258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2734409" y="949569"/>
            <a:ext cx="1661746" cy="4075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/>
          <p:cNvSpPr/>
          <p:nvPr/>
        </p:nvSpPr>
        <p:spPr>
          <a:xfrm>
            <a:off x="136280" y="14898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58908" y="1868362"/>
            <a:ext cx="7077807" cy="19611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136281" y="19180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5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8908" y="3945097"/>
            <a:ext cx="3651446" cy="184024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136281" y="40009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/>
          <p:cNvSpPr/>
          <p:nvPr/>
        </p:nvSpPr>
        <p:spPr>
          <a:xfrm>
            <a:off x="3772486" y="3945096"/>
            <a:ext cx="2399714" cy="184024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234332" y="3945096"/>
            <a:ext cx="902383" cy="184024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3836082" y="40009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6284161" y="39921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3" name="직사각형 22"/>
          <p:cNvSpPr/>
          <p:nvPr/>
        </p:nvSpPr>
        <p:spPr>
          <a:xfrm>
            <a:off x="58907" y="5900947"/>
            <a:ext cx="7077807" cy="88671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123686" y="59733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68192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9671"/>
            <a:ext cx="7196400" cy="606832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02038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F-12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 smtClean="0">
                          <a:solidFill>
                            <a:schemeClr val="tx1"/>
                          </a:solidFill>
                        </a:rPr>
                        <a:t>Login_form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769929"/>
              </p:ext>
            </p:extLst>
          </p:nvPr>
        </p:nvGraphicFramePr>
        <p:xfrm>
          <a:off x="7652238" y="1200516"/>
          <a:ext cx="4539762" cy="34137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클릭 시 다음 로그인 할 때 아이디가 저장됨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입력된 정보가 있는 경우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 메인 페이지로 이동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baseline="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: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 smtClean="0">
                          <a:solidFill>
                            <a:schemeClr val="tx1"/>
                          </a:solidFill>
                        </a:rPr>
                        <a:t>id_find_form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 smtClean="0">
                          <a:solidFill>
                            <a:schemeClr val="tx1"/>
                          </a:solidFill>
                        </a:rPr>
                        <a:t>pwd_find_form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717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agree_form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577822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086706" y="299856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2086706" y="343041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2086706" y="377879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23" name="타원 22"/>
          <p:cNvSpPr/>
          <p:nvPr/>
        </p:nvSpPr>
        <p:spPr>
          <a:xfrm>
            <a:off x="4931750" y="39617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4" name="타원 23"/>
          <p:cNvSpPr/>
          <p:nvPr/>
        </p:nvSpPr>
        <p:spPr>
          <a:xfrm>
            <a:off x="2086705" y="44984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5</a:t>
            </a:r>
            <a:endParaRPr lang="ko-KR" altLang="en-US" dirty="0"/>
          </a:p>
        </p:txBody>
      </p:sp>
      <p:sp>
        <p:nvSpPr>
          <p:cNvPr id="25" name="타원 24"/>
          <p:cNvSpPr/>
          <p:nvPr/>
        </p:nvSpPr>
        <p:spPr>
          <a:xfrm>
            <a:off x="4931750" y="44984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6" name="타원 25"/>
          <p:cNvSpPr/>
          <p:nvPr/>
        </p:nvSpPr>
        <p:spPr>
          <a:xfrm>
            <a:off x="2086705" y="483107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982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200516"/>
            <a:ext cx="7508629" cy="53186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51167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F-13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 smtClean="0">
                          <a:solidFill>
                            <a:schemeClr val="tx1"/>
                          </a:solidFill>
                        </a:rPr>
                        <a:t>id_find_form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아이디 찾기 페이지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7502495"/>
              </p:ext>
            </p:extLst>
          </p:nvPr>
        </p:nvGraphicFramePr>
        <p:xfrm>
          <a:off x="7652238" y="1200516"/>
          <a:ext cx="4539762" cy="3398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이메일 주소 형식 입력 가능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자리 인증번호 입력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이메일 주소 형식이 맞으면 인증번호를 이메일 전송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이메일 주소 형식이 맞지 않으면 브라우저 기능의 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인증번호가 맞으면 아이디를 알려주는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인증번호가 맞지 않으면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팝업으로 안내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ko-KR" altLang="en-US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086708" y="40708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2086708" y="454324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207976" y="453995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2086708" y="51735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5207976" y="517352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08109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200516"/>
            <a:ext cx="7508629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1641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F-14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 smtClean="0">
                          <a:solidFill>
                            <a:schemeClr val="tx1"/>
                          </a:solidFill>
                        </a:rPr>
                        <a:t>pwd_find_form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비밀번호 찾기 페이지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831949"/>
              </p:ext>
            </p:extLst>
          </p:nvPr>
        </p:nvGraphicFramePr>
        <p:xfrm>
          <a:off x="7652238" y="1200516"/>
          <a:ext cx="4539762" cy="3769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아이디 형식 입력 가능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이메일 주소 형식 입력 가능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자리 인증번호 입력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아이디와 이메일 주소 형식이 맞으면 인증번호를 이메일 전송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아이디와 이메일 주소 형식이 맞지 않으면 브라우저 기능의 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인증번호가 맞으면 패스워드 변경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인증번호가 맞지 않으면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팝업으로 안내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ko-KR" altLang="en-US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086708" y="38334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2086708" y="4261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2086707" y="46766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5207975" y="46766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2086708" y="52411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5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5207975" y="52411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0057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7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66422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F-15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 smtClean="0">
                          <a:solidFill>
                            <a:schemeClr val="tx1"/>
                          </a:solidFill>
                        </a:rPr>
                        <a:t>agree_form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회원가입 페이지 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70000"/>
              </p:ext>
            </p:extLst>
          </p:nvPr>
        </p:nvGraphicFramePr>
        <p:xfrm>
          <a:off x="7652238" y="1200517"/>
          <a:ext cx="4539762" cy="3007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이용 약관 동의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개인정보취급방침 동의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전체 약관 동의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약관에 전체 동의 하지 않는 경우 확인버튼 비 활성화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약관 전체 동의 한 경우 </a:t>
                      </a:r>
                      <a:r>
                        <a:rPr lang="ko-KR" altLang="en-US" sz="1100" baseline="0" dirty="0" err="1" smtClean="0">
                          <a:solidFill>
                            <a:schemeClr val="tx1"/>
                          </a:solidFill>
                        </a:rPr>
                        <a:t>정보입력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endParaRPr lang="en-US" altLang="ko-KR" sz="11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baseline="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 smtClean="0">
                          <a:solidFill>
                            <a:schemeClr val="tx1"/>
                          </a:solidFill>
                        </a:rPr>
                        <a:t>join_form</a:t>
                      </a:r>
                      <a:endParaRPr lang="en-US" altLang="ko-KR" sz="1100" baseline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5067303" y="36048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5067303" y="51663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4566142" y="54942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2243506" y="58802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5067303" y="58802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72358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00252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 smtClean="0">
                          <a:solidFill>
                            <a:schemeClr val="tx1"/>
                          </a:solidFill>
                        </a:rPr>
                        <a:t>join_form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회원가입 페이지 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867095"/>
              </p:ext>
            </p:extLst>
          </p:nvPr>
        </p:nvGraphicFramePr>
        <p:xfrm>
          <a:off x="7652238" y="1200516"/>
          <a:ext cx="4539762" cy="43992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아이디 중복 확인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이미 아이디가 존재 한 경우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아이디가 존재 하지 않는 경우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이메일 주소 형식 입력 가능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이미 이메일이 존재 한 경우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이메일이 존재 하지 않는 경우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모든 입력 정보가 입력 되면 가입 완료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 smtClean="0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216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9875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1504951" y="36839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5942131" y="368397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1504951" y="407589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5942131" y="407872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1504950" y="45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5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1504950" y="4926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4" name="타원 13"/>
          <p:cNvSpPr/>
          <p:nvPr/>
        </p:nvSpPr>
        <p:spPr>
          <a:xfrm>
            <a:off x="2360735" y="572088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7</a:t>
            </a:r>
            <a:endParaRPr lang="ko-KR" altLang="en-US" dirty="0"/>
          </a:p>
        </p:txBody>
      </p:sp>
      <p:sp>
        <p:nvSpPr>
          <p:cNvPr id="15" name="타원 14"/>
          <p:cNvSpPr/>
          <p:nvPr/>
        </p:nvSpPr>
        <p:spPr>
          <a:xfrm>
            <a:off x="5045319" y="572088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71342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50577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F-17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 smtClean="0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회원가입 페이지 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6533"/>
              </p:ext>
            </p:extLst>
          </p:nvPr>
        </p:nvGraphicFramePr>
        <p:xfrm>
          <a:off x="7652238" y="1200516"/>
          <a:ext cx="4539762" cy="7975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 smtClean="0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9875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375390" y="57237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8940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7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9843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F-18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company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320577"/>
              </p:ext>
            </p:extLst>
          </p:nvPr>
        </p:nvGraphicFramePr>
        <p:xfrm>
          <a:off x="7652238" y="1200516"/>
          <a:ext cx="4539762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98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187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30650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F-19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 smtClean="0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자료실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442187"/>
              </p:ext>
            </p:extLst>
          </p:nvPr>
        </p:nvGraphicFramePr>
        <p:xfrm>
          <a:off x="7652238" y="1200516"/>
          <a:ext cx="4539762" cy="2077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 smtClean="0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자료실 검색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자료실 컨텐츠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1725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518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F-20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 smtClean="0">
                          <a:solidFill>
                            <a:schemeClr val="tx1"/>
                          </a:solidFill>
                        </a:rPr>
                        <a:t>ans_board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질문답변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396443"/>
              </p:ext>
            </p:extLst>
          </p:nvPr>
        </p:nvGraphicFramePr>
        <p:xfrm>
          <a:off x="7652238" y="1200516"/>
          <a:ext cx="4539762" cy="2413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 smtClean="0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US" altLang="ko-KR" sz="11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글쓴이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 검색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 게시판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제목 클릭 시 관련 게시판 페이지로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2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1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759317" y="60657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0691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17449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문서 코드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파일명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작성자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F-21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동영상 강의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하 태민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971851"/>
              </p:ext>
            </p:extLst>
          </p:nvPr>
        </p:nvGraphicFramePr>
        <p:xfrm>
          <a:off x="7652238" y="1200516"/>
          <a:ext cx="4539762" cy="2580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>
                          <a:solidFill>
                            <a:schemeClr val="tx1"/>
                          </a:solidFill>
                        </a:rPr>
                        <a:t>기능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 smtClean="0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강의 검색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동영상 강의 컨텐츠</a:t>
                      </a: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제목 또는 이미지 클릭 시 관련 유튜브 주소로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smtClean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3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8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214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862</Words>
  <Application>Microsoft Office PowerPoint</Application>
  <PresentationFormat>와이드스크린</PresentationFormat>
  <Paragraphs>375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Ha Tae Min</cp:lastModifiedBy>
  <cp:revision>34</cp:revision>
  <dcterms:created xsi:type="dcterms:W3CDTF">2020-05-04T01:46:29Z</dcterms:created>
  <dcterms:modified xsi:type="dcterms:W3CDTF">2020-05-23T10:28:24Z</dcterms:modified>
</cp:coreProperties>
</file>