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302" r:id="rId2"/>
    <p:sldId id="274" r:id="rId3"/>
    <p:sldId id="275" r:id="rId4"/>
    <p:sldId id="276" r:id="rId5"/>
    <p:sldId id="277" r:id="rId6"/>
    <p:sldId id="278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9" r:id="rId16"/>
    <p:sldId id="288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301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96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F10A2-1868-4C8C-9F00-753B47F5FC10}" type="datetimeFigureOut">
              <a:rPr lang="ko-KR" altLang="en-US" smtClean="0"/>
              <a:t>2020-06-05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서비스 개요</a:t>
            </a:r>
            <a:endParaRPr lang="ko-KR" altLang="en-US" b="1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72396"/>
              </p:ext>
            </p:extLst>
          </p:nvPr>
        </p:nvGraphicFramePr>
        <p:xfrm>
          <a:off x="325319" y="1490691"/>
          <a:ext cx="1155016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67">
                  <a:extLst>
                    <a:ext uri="{9D8B030D-6E8A-4147-A177-3AD203B41FA5}">
                      <a16:colId xmlns:a16="http://schemas.microsoft.com/office/drawing/2014/main" val="484599276"/>
                    </a:ext>
                  </a:extLst>
                </a:gridCol>
                <a:gridCol w="9506195">
                  <a:extLst>
                    <a:ext uri="{9D8B030D-6E8A-4147-A177-3AD203B41FA5}">
                      <a16:colId xmlns:a16="http://schemas.microsoft.com/office/drawing/2014/main" val="16992553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4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배경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87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목적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498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기대 효과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487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기능 요약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25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기타 사항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231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146554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수정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197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615758"/>
              </p:ext>
            </p:extLst>
          </p:nvPr>
        </p:nvGraphicFramePr>
        <p:xfrm>
          <a:off x="7292972" y="793154"/>
          <a:ext cx="4899028" cy="42808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BFD04F46-604E-422A-99B4-C8337B4D3951}"/>
              </a:ext>
            </a:extLst>
          </p:cNvPr>
          <p:cNvGrpSpPr/>
          <p:nvPr/>
        </p:nvGrpSpPr>
        <p:grpSpPr>
          <a:xfrm>
            <a:off x="0" y="793233"/>
            <a:ext cx="7195624" cy="1009270"/>
            <a:chOff x="0" y="793154"/>
            <a:chExt cx="7195624" cy="100927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3431"/>
            <a:stretch/>
          </p:blipFill>
          <p:spPr>
            <a:xfrm>
              <a:off x="0" y="793154"/>
              <a:ext cx="7195624" cy="10048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타원 8"/>
            <p:cNvSpPr/>
            <p:nvPr/>
          </p:nvSpPr>
          <p:spPr>
            <a:xfrm>
              <a:off x="2377440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10" name="타원 9"/>
            <p:cNvSpPr/>
            <p:nvPr/>
          </p:nvSpPr>
          <p:spPr>
            <a:xfrm>
              <a:off x="5463248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58908" y="1432304"/>
              <a:ext cx="5070441" cy="37012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/>
            <p:cNvSpPr/>
            <p:nvPr/>
          </p:nvSpPr>
          <p:spPr>
            <a:xfrm>
              <a:off x="6486381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734409" y="949569"/>
              <a:ext cx="1661746" cy="4075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타원 13"/>
            <p:cNvSpPr/>
            <p:nvPr/>
          </p:nvSpPr>
          <p:spPr>
            <a:xfrm>
              <a:off x="136280" y="1489875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16" name="타원 15"/>
            <p:cNvSpPr/>
            <p:nvPr/>
          </p:nvSpPr>
          <p:spPr>
            <a:xfrm>
              <a:off x="6486992" y="1485895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C9A356AF-A7B6-46EF-8246-D1EDD93E8D73}"/>
                </a:ext>
              </a:extLst>
            </p:cNvPr>
            <p:cNvSpPr/>
            <p:nvPr/>
          </p:nvSpPr>
          <p:spPr>
            <a:xfrm>
              <a:off x="5226698" y="1427649"/>
              <a:ext cx="1705326" cy="37012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7241223-81D0-48E2-8033-4B4CB11779B9}"/>
              </a:ext>
            </a:extLst>
          </p:cNvPr>
          <p:cNvSpPr txBox="1"/>
          <p:nvPr/>
        </p:nvSpPr>
        <p:spPr>
          <a:xfrm>
            <a:off x="36289" y="796222"/>
            <a:ext cx="1077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헤더 영역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F57374E1-3E35-4778-94D7-610B30774E6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220"/>
          <a:stretch/>
        </p:blipFill>
        <p:spPr>
          <a:xfrm>
            <a:off x="0" y="4645757"/>
            <a:ext cx="7195624" cy="9570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F8FF934C-7F4D-4780-BE04-DE7A4B15F46C}"/>
              </a:ext>
            </a:extLst>
          </p:cNvPr>
          <p:cNvSpPr txBox="1"/>
          <p:nvPr/>
        </p:nvSpPr>
        <p:spPr>
          <a:xfrm>
            <a:off x="32781" y="4653968"/>
            <a:ext cx="10775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>
                <a:solidFill>
                  <a:srgbClr val="0000FF"/>
                </a:solidFill>
              </a:rPr>
              <a:t>푸터</a:t>
            </a:r>
            <a:r>
              <a:rPr lang="ko-KR" altLang="en-US" sz="1600" b="1" dirty="0">
                <a:solidFill>
                  <a:srgbClr val="0000FF"/>
                </a:solidFill>
              </a:rPr>
              <a:t> 영역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5AE743B-34E5-4684-BF82-BB8992A5C349}"/>
              </a:ext>
            </a:extLst>
          </p:cNvPr>
          <p:cNvGrpSpPr/>
          <p:nvPr/>
        </p:nvGrpSpPr>
        <p:grpSpPr>
          <a:xfrm>
            <a:off x="0" y="1881051"/>
            <a:ext cx="7195625" cy="2694369"/>
            <a:chOff x="0" y="1881051"/>
            <a:chExt cx="7195625" cy="2694369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831AC7B0-23F5-426E-B6D0-A6D0D630E938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4D8D1471-8277-40C9-A223-7AD4448D2B77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</p:grpSpPr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C7DF8FC0-B8D7-4773-90AC-07AC39E14F0C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65DCF5E2-936E-45DE-837C-F509CA13E4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7912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30613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5784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294925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1002158"/>
            <a:ext cx="7196399" cy="585584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951176"/>
              </p:ext>
            </p:extLst>
          </p:nvPr>
        </p:nvGraphicFramePr>
        <p:xfrm>
          <a:off x="7292972" y="1002158"/>
          <a:ext cx="4899028" cy="32023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540593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64308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5062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647247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6072641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68993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6093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913761"/>
            <a:ext cx="5512525" cy="14399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537986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607619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60939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542729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5166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2050581"/>
            <a:ext cx="5512525" cy="14399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939190"/>
              </p:ext>
            </p:extLst>
          </p:nvPr>
        </p:nvGraphicFramePr>
        <p:xfrm>
          <a:off x="7292972" y="941195"/>
          <a:ext cx="4899028" cy="380873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941195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328664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711942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328664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711060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3090660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504323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35976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7532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35976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7532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1616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5701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4143501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4137043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1819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18839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94119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970245"/>
              </p:ext>
            </p:extLst>
          </p:nvPr>
        </p:nvGraphicFramePr>
        <p:xfrm>
          <a:off x="7292972" y="941195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9708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848413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48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75260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1002158"/>
            <a:ext cx="7196399" cy="548029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844678"/>
              </p:ext>
            </p:extLst>
          </p:nvPr>
        </p:nvGraphicFramePr>
        <p:xfrm>
          <a:off x="7292972" y="1002158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993458"/>
            <a:ext cx="7196400" cy="544431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207626"/>
              </p:ext>
            </p:extLst>
          </p:nvPr>
        </p:nvGraphicFramePr>
        <p:xfrm>
          <a:off x="7292972" y="993458"/>
          <a:ext cx="4899028" cy="106902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21641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2107474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606484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25583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1751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606737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94994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23310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2103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32537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51218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48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27660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0115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1622</TotalTime>
  <Words>2022</Words>
  <Application>Microsoft Office PowerPoint</Application>
  <PresentationFormat>와이드스크린</PresentationFormat>
  <Paragraphs>750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338</cp:revision>
  <dcterms:created xsi:type="dcterms:W3CDTF">2020-05-04T01:46:29Z</dcterms:created>
  <dcterms:modified xsi:type="dcterms:W3CDTF">2020-06-05T08:46:07Z</dcterms:modified>
</cp:coreProperties>
</file>