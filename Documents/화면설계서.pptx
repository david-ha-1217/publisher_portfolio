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302" r:id="rId2"/>
    <p:sldId id="274" r:id="rId3"/>
    <p:sldId id="275" r:id="rId4"/>
    <p:sldId id="276" r:id="rId5"/>
    <p:sldId id="277" r:id="rId6"/>
    <p:sldId id="278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9" r:id="rId16"/>
    <p:sldId id="288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301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FFD3-801A-4847-B53A-318024766E7A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E91E2-ECE0-4D07-828D-29F315F2D907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 b="1">
                <a:solidFill>
                  <a:schemeClr val="tx1"/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82325-49F0-4E3D-9B08-AB660A47CDF8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BE567-482D-4970-8B1A-5FAA055738AD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9EFD5-6088-4BB5-870B-3F943230C4B4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05EB-9B2E-4473-AFCE-FD092AFBD67B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D3E8C-CC10-45BF-AE7D-DD01FE085E28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6E42D-FBBF-4923-A17E-46ED50D13173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9A67-6DEF-481C-ACB6-8D12FE4D3D7C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2116-8185-4A7F-B65F-474B3CD43486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5F05F-878A-495F-B5E6-DE178A736818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469E4-2485-4EA2-B06B-70AADD13A738}" type="datetime1">
              <a:rPr lang="ko-KR" altLang="en-US" smtClean="0"/>
              <a:t>2020-06-15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</a:t>
            </a:fld>
            <a:endParaRPr lang="ko-KR" altLang="en-US" dirty="0"/>
          </a:p>
        </p:txBody>
      </p:sp>
      <p:grpSp>
        <p:nvGrpSpPr>
          <p:cNvPr id="21" name="그룹 20"/>
          <p:cNvGrpSpPr/>
          <p:nvPr/>
        </p:nvGrpSpPr>
        <p:grpSpPr>
          <a:xfrm>
            <a:off x="7395802" y="2234998"/>
            <a:ext cx="3867554" cy="3046937"/>
            <a:chOff x="2228362" y="1730143"/>
            <a:chExt cx="3867554" cy="3046937"/>
          </a:xfrm>
        </p:grpSpPr>
        <p:sp>
          <p:nvSpPr>
            <p:cNvPr id="7" name="직사각형 6"/>
            <p:cNvSpPr/>
            <p:nvPr/>
          </p:nvSpPr>
          <p:spPr>
            <a:xfrm>
              <a:off x="3058932" y="1730143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기획의도     </a:t>
              </a:r>
              <a:r>
                <a:rPr lang="en-US" altLang="ko-KR" sz="1600" b="1" dirty="0"/>
                <a:t>              3 Page</a:t>
              </a:r>
              <a:endParaRPr lang="ko-KR" altLang="en-US" sz="1600" b="1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28362" y="173606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01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058932" y="4124823"/>
              <a:ext cx="3036984" cy="4140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화면 설계                  </a:t>
              </a:r>
              <a:r>
                <a:rPr lang="en-US" altLang="ko-KR" sz="1600" b="1" dirty="0"/>
                <a:t>6 Page</a:t>
              </a:r>
              <a:endParaRPr lang="ko-KR" altLang="en-US" sz="1600" b="1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28362" y="413074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03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8932" y="2930446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b="1" dirty="0"/>
                <a:t>Document History     4 Page</a:t>
              </a:r>
              <a:endParaRPr lang="ko-KR" altLang="en-US" sz="1600" b="1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28362" y="2936372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02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기획의도</a:t>
            </a:r>
            <a:endParaRPr lang="ko-KR" altLang="en-US" b="1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872844" y="1498993"/>
            <a:ext cx="9840183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그 동안 학습한 내용을 바탕으로 </a:t>
            </a:r>
            <a:r>
              <a:rPr lang="en-US" altLang="ko-KR" sz="1600" b="1" dirty="0"/>
              <a:t>‘</a:t>
            </a:r>
            <a:r>
              <a:rPr lang="ko-KR" altLang="en-US" sz="1600" b="1" dirty="0"/>
              <a:t>출판사</a:t>
            </a:r>
            <a:r>
              <a:rPr lang="en-US" altLang="ko-KR" sz="1600" b="1" dirty="0"/>
              <a:t>’</a:t>
            </a:r>
            <a:r>
              <a:rPr lang="ko-KR" altLang="en-US" sz="1600" b="1" dirty="0"/>
              <a:t>를 컨셉으로 웹 사이트를 제작하게 되었다</a:t>
            </a:r>
            <a:r>
              <a:rPr lang="en-US" altLang="ko-KR" sz="1600" b="1" dirty="0"/>
              <a:t>. </a:t>
            </a:r>
            <a:r>
              <a:rPr lang="ko-KR" altLang="en-US" sz="1600" b="1" dirty="0"/>
              <a:t>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7993" y="1433342"/>
            <a:ext cx="653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i="1" dirty="0">
                <a:cs typeface="Aharoni" panose="02010803020104030203" pitchFamily="2" charset="-79"/>
              </a:rPr>
              <a:t>01.</a:t>
            </a:r>
            <a:endParaRPr lang="ko-KR" altLang="en-US" sz="2800" b="1" i="1" dirty="0"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792062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수정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5</a:t>
            </a:fld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5871847" y="3122885"/>
            <a:ext cx="6320153" cy="2137311"/>
            <a:chOff x="5314606" y="2394433"/>
            <a:chExt cx="6320153" cy="2137311"/>
          </a:xfrm>
        </p:grpSpPr>
        <p:grpSp>
          <p:nvGrpSpPr>
            <p:cNvPr id="2" name="그룹 1"/>
            <p:cNvGrpSpPr/>
            <p:nvPr/>
          </p:nvGrpSpPr>
          <p:grpSpPr>
            <a:xfrm>
              <a:off x="5314606" y="2394433"/>
              <a:ext cx="3036984" cy="2137311"/>
              <a:chOff x="5314606" y="2394433"/>
              <a:chExt cx="3036984" cy="2137311"/>
            </a:xfrm>
          </p:grpSpPr>
          <p:sp>
            <p:nvSpPr>
              <p:cNvPr id="9" name="직사각형 8"/>
              <p:cNvSpPr/>
              <p:nvPr/>
            </p:nvSpPr>
            <p:spPr>
              <a:xfrm>
                <a:off x="5314606" y="239443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공통영역 </a:t>
                </a:r>
                <a:r>
                  <a:rPr lang="en-US" altLang="ko-KR" sz="1200" b="1" dirty="0"/>
                  <a:t>                               6 Page</a:t>
                </a:r>
                <a:endParaRPr lang="ko-KR" altLang="en-US" sz="1200" b="1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314606" y="3733514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회사소개                              </a:t>
                </a:r>
                <a:r>
                  <a:rPr lang="en-US" altLang="ko-KR" sz="1200" b="1" dirty="0"/>
                  <a:t>14 Page</a:t>
                </a:r>
                <a:endParaRPr lang="ko-KR" altLang="en-US" sz="1200" b="1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5314606" y="286034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/>
                  <a:t>메인페이지</a:t>
                </a:r>
                <a:r>
                  <a:rPr lang="en-US" altLang="ko-KR" sz="1200" b="1" dirty="0"/>
                  <a:t>                             7 Page</a:t>
                </a:r>
                <a:endParaRPr lang="ko-KR" altLang="en-US" sz="12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314606" y="3322008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로그인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회원가입                      </a:t>
                </a:r>
                <a:r>
                  <a:rPr lang="en-US" altLang="ko-KR" sz="1200" b="1" dirty="0"/>
                  <a:t>8 Page</a:t>
                </a:r>
                <a:endParaRPr lang="ko-KR" altLang="en-US" sz="1200" b="1" dirty="0"/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5314606" y="4198127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도서                                    </a:t>
                </a:r>
                <a:r>
                  <a:rPr lang="en-US" altLang="ko-KR" sz="1200" b="1" dirty="0"/>
                  <a:t>17 Page</a:t>
                </a:r>
                <a:endParaRPr lang="ko-KR" altLang="en-US" sz="1200" b="1" dirty="0"/>
              </a:p>
            </p:txBody>
          </p:sp>
        </p:grpSp>
        <p:grpSp>
          <p:nvGrpSpPr>
            <p:cNvPr id="25" name="그룹 24"/>
            <p:cNvGrpSpPr/>
            <p:nvPr/>
          </p:nvGrpSpPr>
          <p:grpSpPr>
            <a:xfrm>
              <a:off x="8597775" y="2394433"/>
              <a:ext cx="3036984" cy="1718612"/>
              <a:chOff x="8226372" y="4121210"/>
              <a:chExt cx="3036984" cy="1718612"/>
            </a:xfrm>
          </p:grpSpPr>
          <p:sp>
            <p:nvSpPr>
              <p:cNvPr id="18" name="직사각형 17"/>
              <p:cNvSpPr/>
              <p:nvPr/>
            </p:nvSpPr>
            <p:spPr>
              <a:xfrm>
                <a:off x="8226372" y="412121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자료실                                 </a:t>
                </a:r>
                <a:r>
                  <a:rPr lang="en-US" altLang="ko-KR" sz="1200" b="1" dirty="0"/>
                  <a:t>19 Page</a:t>
                </a:r>
                <a:endParaRPr lang="ko-KR" altLang="en-US" sz="1200" b="1" dirty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8226372" y="458287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동영상강의                           </a:t>
                </a:r>
                <a:r>
                  <a:rPr lang="en-US" altLang="ko-KR" sz="1200" b="1" dirty="0"/>
                  <a:t>20 Page</a:t>
                </a:r>
                <a:endParaRPr lang="ko-KR" altLang="en-US" sz="1200" b="1" dirty="0"/>
              </a:p>
            </p:txBody>
          </p:sp>
          <p:sp>
            <p:nvSpPr>
              <p:cNvPr id="20" name="직사각형 19"/>
              <p:cNvSpPr/>
              <p:nvPr/>
            </p:nvSpPr>
            <p:spPr>
              <a:xfrm>
                <a:off x="8226372" y="504454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질문답변                              </a:t>
                </a:r>
                <a:r>
                  <a:rPr lang="en-US" altLang="ko-KR" sz="1200" b="1" dirty="0"/>
                  <a:t>22 Page</a:t>
                </a:r>
                <a:endParaRPr lang="ko-KR" altLang="en-US" sz="1200" b="1" dirty="0"/>
              </a:p>
            </p:txBody>
          </p:sp>
          <p:sp>
            <p:nvSpPr>
              <p:cNvPr id="21" name="직사각형 20"/>
              <p:cNvSpPr/>
              <p:nvPr/>
            </p:nvSpPr>
            <p:spPr>
              <a:xfrm>
                <a:off x="8226372" y="550620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200" b="1" dirty="0"/>
                  <a:t>(</a:t>
                </a:r>
                <a:r>
                  <a:rPr lang="ko-KR" altLang="en-US" sz="1200" b="1" dirty="0"/>
                  <a:t>마이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관리</a:t>
                </a:r>
                <a:r>
                  <a:rPr lang="en-US" altLang="ko-KR" sz="1200" b="1" dirty="0"/>
                  <a:t>)</a:t>
                </a:r>
                <a:r>
                  <a:rPr lang="ko-KR" altLang="en-US" sz="1200" b="1" dirty="0"/>
                  <a:t>페이지                  </a:t>
                </a:r>
                <a:r>
                  <a:rPr lang="en-US" altLang="ko-KR" sz="1200" b="1" dirty="0"/>
                  <a:t>24 Page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544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158487"/>
              </p:ext>
            </p:extLst>
          </p:nvPr>
        </p:nvGraphicFramePr>
        <p:xfrm>
          <a:off x="7292972" y="784363"/>
          <a:ext cx="4899028" cy="42808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3" name="그룹 2"/>
          <p:cNvGrpSpPr/>
          <p:nvPr/>
        </p:nvGrpSpPr>
        <p:grpSpPr>
          <a:xfrm>
            <a:off x="0" y="784442"/>
            <a:ext cx="7195625" cy="4809579"/>
            <a:chOff x="0" y="1162516"/>
            <a:chExt cx="7195625" cy="480957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BFD04F46-604E-422A-99B4-C8337B4D3951}"/>
                </a:ext>
              </a:extLst>
            </p:cNvPr>
            <p:cNvGrpSpPr/>
            <p:nvPr/>
          </p:nvGrpSpPr>
          <p:grpSpPr>
            <a:xfrm>
              <a:off x="0" y="1162516"/>
              <a:ext cx="7195624" cy="1009270"/>
              <a:chOff x="0" y="793154"/>
              <a:chExt cx="7195624" cy="1009270"/>
            </a:xfrm>
          </p:grpSpPr>
          <p:pic>
            <p:nvPicPr>
              <p:cNvPr id="4" name="그림 3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83431"/>
              <a:stretch/>
            </p:blipFill>
            <p:spPr>
              <a:xfrm>
                <a:off x="0" y="793154"/>
                <a:ext cx="7195624" cy="10048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타원 8"/>
              <p:cNvSpPr/>
              <p:nvPr/>
            </p:nvSpPr>
            <p:spPr>
              <a:xfrm>
                <a:off x="2377440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1</a:t>
                </a:r>
                <a:endParaRPr lang="ko-KR" altLang="en-US" dirty="0"/>
              </a:p>
            </p:txBody>
          </p:sp>
          <p:sp>
            <p:nvSpPr>
              <p:cNvPr id="10" name="타원 9"/>
              <p:cNvSpPr/>
              <p:nvPr/>
            </p:nvSpPr>
            <p:spPr>
              <a:xfrm>
                <a:off x="5463248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2</a:t>
                </a:r>
                <a:endParaRPr lang="ko-KR" altLang="en-US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8908" y="1432304"/>
                <a:ext cx="5070441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타원 11"/>
              <p:cNvSpPr/>
              <p:nvPr/>
            </p:nvSpPr>
            <p:spPr>
              <a:xfrm>
                <a:off x="6486381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2734409" y="949569"/>
                <a:ext cx="1661746" cy="40756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타원 13"/>
              <p:cNvSpPr/>
              <p:nvPr/>
            </p:nvSpPr>
            <p:spPr>
              <a:xfrm>
                <a:off x="136280" y="148987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4</a:t>
                </a:r>
                <a:endParaRPr lang="ko-KR" altLang="en-US" dirty="0"/>
              </a:p>
            </p:txBody>
          </p:sp>
          <p:sp>
            <p:nvSpPr>
              <p:cNvPr id="16" name="타원 15"/>
              <p:cNvSpPr/>
              <p:nvPr/>
            </p:nvSpPr>
            <p:spPr>
              <a:xfrm>
                <a:off x="6486992" y="148589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5</a:t>
                </a:r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C9A356AF-A7B6-46EF-8246-D1EDD93E8D73}"/>
                  </a:ext>
                </a:extLst>
              </p:cNvPr>
              <p:cNvSpPr/>
              <p:nvPr/>
            </p:nvSpPr>
            <p:spPr>
              <a:xfrm>
                <a:off x="5226698" y="1427649"/>
                <a:ext cx="1705326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7241223-81D0-48E2-8033-4B4CB11779B9}"/>
                </a:ext>
              </a:extLst>
            </p:cNvPr>
            <p:cNvSpPr txBox="1"/>
            <p:nvPr/>
          </p:nvSpPr>
          <p:spPr>
            <a:xfrm>
              <a:off x="36289" y="1165505"/>
              <a:ext cx="10775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 dirty="0">
                  <a:solidFill>
                    <a:srgbClr val="0000FF"/>
                  </a:solidFill>
                </a:rPr>
                <a:t>헤더 영역</a:t>
              </a:r>
            </a:p>
          </p:txBody>
        </p:sp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5015040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32781" y="5023251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25AE743B-34E5-4684-BF82-BB8992A5C349}"/>
                </a:ext>
              </a:extLst>
            </p:cNvPr>
            <p:cNvGrpSpPr/>
            <p:nvPr/>
          </p:nvGrpSpPr>
          <p:grpSpPr>
            <a:xfrm>
              <a:off x="0" y="2250334"/>
              <a:ext cx="7195625" cy="2694369"/>
              <a:chOff x="0" y="1881051"/>
              <a:chExt cx="7195625" cy="2694369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831AC7B0-23F5-426E-B6D0-A6D0D630E938}"/>
                  </a:ext>
                </a:extLst>
              </p:cNvPr>
              <p:cNvSpPr/>
              <p:nvPr/>
            </p:nvSpPr>
            <p:spPr>
              <a:xfrm>
                <a:off x="1" y="1881051"/>
                <a:ext cx="7195624" cy="26943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4D8D1471-8277-40C9-A223-7AD4448D2B77}"/>
                  </a:ext>
                </a:extLst>
              </p:cNvPr>
              <p:cNvGrpSpPr/>
              <p:nvPr/>
            </p:nvGrpSpPr>
            <p:grpSpPr>
              <a:xfrm>
                <a:off x="0" y="1881051"/>
                <a:ext cx="7195624" cy="2694369"/>
                <a:chOff x="0" y="1881051"/>
                <a:chExt cx="7195624" cy="2694369"/>
              </a:xfrm>
            </p:grpSpPr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C7DF8FC0-B8D7-4773-90AC-07AC39E14F0C}"/>
                    </a:ext>
                  </a:extLst>
                </p:cNvPr>
                <p:cNvCxnSpPr/>
                <p:nvPr/>
              </p:nvCxnSpPr>
              <p:spPr>
                <a:xfrm>
                  <a:off x="0" y="1881051"/>
                  <a:ext cx="7195624" cy="26943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65DCF5E2-936E-45DE-837C-F509CA13E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0" y="1891246"/>
                  <a:ext cx="7195624" cy="2684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7912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459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6441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30149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782353"/>
            <a:ext cx="7196399" cy="5573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220659"/>
              </p:ext>
            </p:extLst>
          </p:nvPr>
        </p:nvGraphicFramePr>
        <p:xfrm>
          <a:off x="7292972" y="782353"/>
          <a:ext cx="4899028" cy="32023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496632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4232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2864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172463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559785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2151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56192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693956"/>
            <a:ext cx="5512525" cy="1192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4940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5601413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56192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199830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17375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1830776"/>
            <a:ext cx="5512525" cy="1323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218486"/>
              </p:ext>
            </p:extLst>
          </p:nvPr>
        </p:nvGraphicFramePr>
        <p:xfrm>
          <a:off x="7292972" y="791728"/>
          <a:ext cx="4899028" cy="380873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791728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179197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562475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179197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561593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2941193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354856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01221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4206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3994034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3987576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03246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0389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82936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39955"/>
              </p:ext>
            </p:extLst>
          </p:nvPr>
        </p:nvGraphicFramePr>
        <p:xfrm>
          <a:off x="7292972" y="782936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8125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690154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48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75260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782347"/>
            <a:ext cx="7196399" cy="557400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371887"/>
              </p:ext>
            </p:extLst>
          </p:nvPr>
        </p:nvGraphicFramePr>
        <p:xfrm>
          <a:off x="7292972" y="782347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791234"/>
            <a:ext cx="7196400" cy="556511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394"/>
              </p:ext>
            </p:extLst>
          </p:nvPr>
        </p:nvGraphicFramePr>
        <p:xfrm>
          <a:off x="7292972" y="791235"/>
          <a:ext cx="4899028" cy="106902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19618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1905251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556319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25583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1751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8039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94994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342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363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32537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6436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27660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230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1802</TotalTime>
  <Words>2104</Words>
  <Application>Microsoft Office PowerPoint</Application>
  <PresentationFormat>와이드스크린</PresentationFormat>
  <Paragraphs>787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373</cp:revision>
  <dcterms:created xsi:type="dcterms:W3CDTF">2020-05-04T01:46:29Z</dcterms:created>
  <dcterms:modified xsi:type="dcterms:W3CDTF">2020-06-15T07:00:33Z</dcterms:modified>
</cp:coreProperties>
</file>