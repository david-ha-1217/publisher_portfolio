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8"/>
  </p:notesMasterIdLst>
  <p:sldIdLst>
    <p:sldId id="272" r:id="rId2"/>
    <p:sldId id="274" r:id="rId3"/>
    <p:sldId id="275" r:id="rId4"/>
    <p:sldId id="276" r:id="rId5"/>
    <p:sldId id="277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8" r:id="rId16"/>
    <p:sldId id="267" r:id="rId17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110" d="100"/>
          <a:sy n="110" d="100"/>
        </p:scale>
        <p:origin x="552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A2A61BD-85B6-4952-8352-7323239EDB97}" type="datetimeFigureOut">
              <a:rPr lang="ko-KR" altLang="en-US" smtClean="0"/>
              <a:t>2020-05-27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D632DDA-6556-4D29-A2FC-97708647369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495455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3F10A2-1868-4C8C-9F00-753B47F5FC10}" type="datetimeFigureOut">
              <a:rPr lang="ko-KR" altLang="en-US" smtClean="0"/>
              <a:t>2020-05-27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35343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3F10A2-1868-4C8C-9F00-753B47F5FC10}" type="datetimeFigureOut">
              <a:rPr lang="ko-KR" altLang="en-US" smtClean="0"/>
              <a:t>2020-05-27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7781289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3F10A2-1868-4C8C-9F00-753B47F5FC10}" type="datetimeFigureOut">
              <a:rPr lang="ko-KR" altLang="en-US" smtClean="0"/>
              <a:t>2020-05-27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910002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3F10A2-1868-4C8C-9F00-753B47F5FC10}" type="datetimeFigureOut">
              <a:rPr lang="ko-KR" altLang="en-US" smtClean="0"/>
              <a:t>2020-05-27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81297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3F10A2-1868-4C8C-9F00-753B47F5FC10}" type="datetimeFigureOut">
              <a:rPr lang="ko-KR" altLang="en-US" smtClean="0"/>
              <a:t>2020-05-27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1331877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3F10A2-1868-4C8C-9F00-753B47F5FC10}" type="datetimeFigureOut">
              <a:rPr lang="ko-KR" altLang="en-US" smtClean="0"/>
              <a:t>2020-05-27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3589459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3F10A2-1868-4C8C-9F00-753B47F5FC10}" type="datetimeFigureOut">
              <a:rPr lang="ko-KR" altLang="en-US" smtClean="0"/>
              <a:t>2020-05-27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9836867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3F10A2-1868-4C8C-9F00-753B47F5FC10}" type="datetimeFigureOut">
              <a:rPr lang="ko-KR" altLang="en-US" smtClean="0"/>
              <a:t>2020-05-27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3149798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3F10A2-1868-4C8C-9F00-753B47F5FC10}" type="datetimeFigureOut">
              <a:rPr lang="ko-KR" altLang="en-US" smtClean="0"/>
              <a:t>2020-05-27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832964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3F10A2-1868-4C8C-9F00-753B47F5FC10}" type="datetimeFigureOut">
              <a:rPr lang="ko-KR" altLang="en-US" smtClean="0"/>
              <a:t>2020-05-27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0896849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3F10A2-1868-4C8C-9F00-753B47F5FC10}" type="datetimeFigureOut">
              <a:rPr lang="ko-KR" altLang="en-US" smtClean="0"/>
              <a:t>2020-05-27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948335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F3F10A2-1868-4C8C-9F00-753B47F5FC10}" type="datetimeFigureOut">
              <a:rPr lang="ko-KR" altLang="en-US" smtClean="0"/>
              <a:t>2020-05-27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2EF6E86-0A7D-4D23-AA58-1E95C8FAA37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286623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/>
          <p:cNvSpPr/>
          <p:nvPr/>
        </p:nvSpPr>
        <p:spPr>
          <a:xfrm>
            <a:off x="1227993" y="1081453"/>
            <a:ext cx="10964007" cy="79131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TextBox 4"/>
          <p:cNvSpPr txBox="1"/>
          <p:nvPr/>
        </p:nvSpPr>
        <p:spPr>
          <a:xfrm>
            <a:off x="1227993" y="1318846"/>
            <a:ext cx="474912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4000" b="1" dirty="0" err="1"/>
              <a:t>Taemin’s</a:t>
            </a:r>
            <a:r>
              <a:rPr lang="en-US" altLang="ko-KR" sz="4000" b="1" dirty="0"/>
              <a:t> Portfolio</a:t>
            </a:r>
            <a:endParaRPr lang="ko-KR" altLang="en-US" b="1" dirty="0"/>
          </a:p>
        </p:txBody>
      </p:sp>
      <p:graphicFrame>
        <p:nvGraphicFramePr>
          <p:cNvPr id="6" name="표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25588724"/>
              </p:ext>
            </p:extLst>
          </p:nvPr>
        </p:nvGraphicFramePr>
        <p:xfrm>
          <a:off x="325319" y="5527236"/>
          <a:ext cx="11550162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50054">
                  <a:extLst>
                    <a:ext uri="{9D8B030D-6E8A-4147-A177-3AD203B41FA5}">
                      <a16:colId xmlns:a16="http://schemas.microsoft.com/office/drawing/2014/main" val="4019793381"/>
                    </a:ext>
                  </a:extLst>
                </a:gridCol>
                <a:gridCol w="3850054">
                  <a:extLst>
                    <a:ext uri="{9D8B030D-6E8A-4147-A177-3AD203B41FA5}">
                      <a16:colId xmlns:a16="http://schemas.microsoft.com/office/drawing/2014/main" val="144326858"/>
                    </a:ext>
                  </a:extLst>
                </a:gridCol>
                <a:gridCol w="3850054">
                  <a:extLst>
                    <a:ext uri="{9D8B030D-6E8A-4147-A177-3AD203B41FA5}">
                      <a16:colId xmlns:a16="http://schemas.microsoft.com/office/drawing/2014/main" val="39451228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Document</a:t>
                      </a:r>
                      <a:r>
                        <a:rPr lang="en-US" altLang="ko-KR" baseline="0" dirty="0">
                          <a:solidFill>
                            <a:schemeClr val="tx1"/>
                          </a:solidFill>
                        </a:rPr>
                        <a:t> Version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Last Updated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Author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02749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0.2</a:t>
                      </a:r>
                      <a:endParaRPr lang="ko-KR" altLang="en-US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2020-05-16</a:t>
                      </a:r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하 태민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0913956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488890" y="2026732"/>
            <a:ext cx="434157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800" dirty="0"/>
              <a:t>Publisher Website Project</a:t>
            </a:r>
            <a:endParaRPr lang="ko-KR" altLang="en-US" sz="2800" dirty="0"/>
          </a:p>
        </p:txBody>
      </p:sp>
    </p:spTree>
    <p:extLst>
      <p:ext uri="{BB962C8B-B14F-4D97-AF65-F5344CB8AC3E}">
        <p14:creationId xmlns:p14="http://schemas.microsoft.com/office/powerpoint/2010/main" val="26119408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/>
          <p:cNvSpPr/>
          <p:nvPr/>
        </p:nvSpPr>
        <p:spPr>
          <a:xfrm>
            <a:off x="1227993" y="1081453"/>
            <a:ext cx="10964007" cy="79131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1227993" y="237392"/>
            <a:ext cx="474912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4000" b="1" dirty="0"/>
              <a:t>Contents</a:t>
            </a:r>
            <a:endParaRPr lang="ko-KR" altLang="en-US" b="1" dirty="0"/>
          </a:p>
        </p:txBody>
      </p:sp>
    </p:spTree>
    <p:extLst>
      <p:ext uri="{BB962C8B-B14F-4D97-AF65-F5344CB8AC3E}">
        <p14:creationId xmlns:p14="http://schemas.microsoft.com/office/powerpoint/2010/main" val="283420536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/>
          <p:cNvSpPr/>
          <p:nvPr/>
        </p:nvSpPr>
        <p:spPr>
          <a:xfrm>
            <a:off x="1227993" y="1081453"/>
            <a:ext cx="10964007" cy="79131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1227993" y="237392"/>
            <a:ext cx="474912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4000" b="1" dirty="0"/>
              <a:t>서비스 개요</a:t>
            </a:r>
            <a:endParaRPr lang="ko-KR" altLang="en-US" b="1" dirty="0"/>
          </a:p>
        </p:txBody>
      </p:sp>
      <p:graphicFrame>
        <p:nvGraphicFramePr>
          <p:cNvPr id="5" name="표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74972396"/>
              </p:ext>
            </p:extLst>
          </p:nvPr>
        </p:nvGraphicFramePr>
        <p:xfrm>
          <a:off x="325319" y="1490691"/>
          <a:ext cx="11550162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3967">
                  <a:extLst>
                    <a:ext uri="{9D8B030D-6E8A-4147-A177-3AD203B41FA5}">
                      <a16:colId xmlns:a16="http://schemas.microsoft.com/office/drawing/2014/main" val="484599276"/>
                    </a:ext>
                  </a:extLst>
                </a:gridCol>
                <a:gridCol w="9506195">
                  <a:extLst>
                    <a:ext uri="{9D8B030D-6E8A-4147-A177-3AD203B41FA5}">
                      <a16:colId xmlns:a16="http://schemas.microsoft.com/office/drawing/2014/main" val="169925533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solidFill>
                            <a:schemeClr val="tx1"/>
                          </a:solidFill>
                        </a:rPr>
                        <a:t>구분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solidFill>
                            <a:schemeClr val="tx1"/>
                          </a:solidFill>
                        </a:rPr>
                        <a:t>내용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324486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solidFill>
                            <a:schemeClr val="tx1"/>
                          </a:solidFill>
                        </a:rPr>
                        <a:t>기획 배경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Font typeface="Arial" panose="020B0604020202020204" pitchFamily="34" charset="0"/>
                        <a:buNone/>
                      </a:pP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248739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solidFill>
                            <a:schemeClr val="tx1"/>
                          </a:solidFill>
                        </a:rPr>
                        <a:t>기획 목적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564985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solidFill>
                            <a:schemeClr val="tx1"/>
                          </a:solidFill>
                        </a:rPr>
                        <a:t>기대 효과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494878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solidFill>
                            <a:schemeClr val="tx1"/>
                          </a:solidFill>
                        </a:rPr>
                        <a:t>기능 요약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Font typeface="Arial" panose="020B0604020202020204" pitchFamily="34" charset="0"/>
                        <a:buNone/>
                      </a:pP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022580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solidFill>
                            <a:schemeClr val="tx1"/>
                          </a:solidFill>
                        </a:rPr>
                        <a:t>기타 사항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0023193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9786674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/>
          <p:cNvSpPr/>
          <p:nvPr/>
        </p:nvSpPr>
        <p:spPr>
          <a:xfrm>
            <a:off x="1227993" y="1081453"/>
            <a:ext cx="10964007" cy="79131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1227993" y="237392"/>
            <a:ext cx="474912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4000" b="1" dirty="0"/>
              <a:t>Document History</a:t>
            </a:r>
            <a:endParaRPr lang="ko-KR" altLang="en-US" sz="4000" b="1" dirty="0"/>
          </a:p>
        </p:txBody>
      </p:sp>
      <p:graphicFrame>
        <p:nvGraphicFramePr>
          <p:cNvPr id="6" name="표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19177824"/>
              </p:ext>
            </p:extLst>
          </p:nvPr>
        </p:nvGraphicFramePr>
        <p:xfrm>
          <a:off x="219403" y="1485899"/>
          <a:ext cx="11884673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0779">
                  <a:extLst>
                    <a:ext uri="{9D8B030D-6E8A-4147-A177-3AD203B41FA5}">
                      <a16:colId xmlns:a16="http://schemas.microsoft.com/office/drawing/2014/main" val="2796983598"/>
                    </a:ext>
                  </a:extLst>
                </a:gridCol>
                <a:gridCol w="2056011">
                  <a:extLst>
                    <a:ext uri="{9D8B030D-6E8A-4147-A177-3AD203B41FA5}">
                      <a16:colId xmlns:a16="http://schemas.microsoft.com/office/drawing/2014/main" val="4199810308"/>
                    </a:ext>
                  </a:extLst>
                </a:gridCol>
                <a:gridCol w="1645569">
                  <a:extLst>
                    <a:ext uri="{9D8B030D-6E8A-4147-A177-3AD203B41FA5}">
                      <a16:colId xmlns:a16="http://schemas.microsoft.com/office/drawing/2014/main" val="1146555182"/>
                    </a:ext>
                  </a:extLst>
                </a:gridCol>
                <a:gridCol w="3119728">
                  <a:extLst>
                    <a:ext uri="{9D8B030D-6E8A-4147-A177-3AD203B41FA5}">
                      <a16:colId xmlns:a16="http://schemas.microsoft.com/office/drawing/2014/main" val="1783202403"/>
                    </a:ext>
                  </a:extLst>
                </a:gridCol>
                <a:gridCol w="1619858">
                  <a:extLst>
                    <a:ext uri="{9D8B030D-6E8A-4147-A177-3AD203B41FA5}">
                      <a16:colId xmlns:a16="http://schemas.microsoft.com/office/drawing/2014/main" val="3182021886"/>
                    </a:ext>
                  </a:extLst>
                </a:gridCol>
                <a:gridCol w="1462728">
                  <a:extLst>
                    <a:ext uri="{9D8B030D-6E8A-4147-A177-3AD203B41FA5}">
                      <a16:colId xmlns:a16="http://schemas.microsoft.com/office/drawing/2014/main" val="1635392293"/>
                    </a:ext>
                  </a:extLst>
                </a:gridCol>
              </a:tblGrid>
              <a:tr h="370840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Publisher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4"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Storyboard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118564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SYSTEM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문서 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err="1">
                          <a:solidFill>
                            <a:schemeClr val="tx1"/>
                          </a:solidFill>
                        </a:rPr>
                        <a:t>화면설계서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작성일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2020-05-16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089867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TASK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설계 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&amp; 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기획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문서번호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버 전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0.2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30392813"/>
                  </a:ext>
                </a:extLst>
              </a:tr>
            </a:tbl>
          </a:graphicData>
        </a:graphic>
      </p:graphicFrame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12684463"/>
              </p:ext>
            </p:extLst>
          </p:nvPr>
        </p:nvGraphicFramePr>
        <p:xfrm>
          <a:off x="219403" y="2714092"/>
          <a:ext cx="11884673" cy="25846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39873">
                  <a:extLst>
                    <a:ext uri="{9D8B030D-6E8A-4147-A177-3AD203B41FA5}">
                      <a16:colId xmlns:a16="http://schemas.microsoft.com/office/drawing/2014/main" val="2587860644"/>
                    </a:ext>
                  </a:extLst>
                </a:gridCol>
                <a:gridCol w="1568434">
                  <a:extLst>
                    <a:ext uri="{9D8B030D-6E8A-4147-A177-3AD203B41FA5}">
                      <a16:colId xmlns:a16="http://schemas.microsoft.com/office/drawing/2014/main" val="3077660191"/>
                    </a:ext>
                  </a:extLst>
                </a:gridCol>
                <a:gridCol w="7413638">
                  <a:extLst>
                    <a:ext uri="{9D8B030D-6E8A-4147-A177-3AD203B41FA5}">
                      <a16:colId xmlns:a16="http://schemas.microsoft.com/office/drawing/2014/main" val="1147936979"/>
                    </a:ext>
                  </a:extLst>
                </a:gridCol>
                <a:gridCol w="1462728">
                  <a:extLst>
                    <a:ext uri="{9D8B030D-6E8A-4147-A177-3AD203B41FA5}">
                      <a16:colId xmlns:a16="http://schemas.microsoft.com/office/drawing/2014/main" val="811645528"/>
                    </a:ext>
                  </a:extLst>
                </a:gridCol>
              </a:tblGrid>
              <a:tr h="348989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solidFill>
                            <a:schemeClr val="tx1"/>
                          </a:solidFill>
                        </a:rPr>
                        <a:t>버 전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일 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solidFill>
                            <a:schemeClr val="tx1"/>
                          </a:solidFill>
                        </a:rPr>
                        <a:t>설 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87869805"/>
                  </a:ext>
                </a:extLst>
              </a:tr>
              <a:tr h="34898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0.1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2020-05-04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285750" indent="-285750" algn="l" latinLnBrk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600" dirty="0" err="1">
                          <a:solidFill>
                            <a:schemeClr val="tx1"/>
                          </a:solidFill>
                        </a:rPr>
                        <a:t>화면설계서</a:t>
                      </a:r>
                      <a:r>
                        <a:rPr lang="ko-KR" altLang="en-US" sz="1600" baseline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작성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하 태민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62275596"/>
                  </a:ext>
                </a:extLst>
              </a:tr>
              <a:tr h="34898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0.2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2020-05-16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285750" indent="-285750" algn="l" latinLnBrk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표지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문서 이력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목차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기획의도 추가</a:t>
                      </a:r>
                      <a:endParaRPr lang="en-US" altLang="ko-KR" sz="1600" dirty="0">
                        <a:solidFill>
                          <a:schemeClr val="tx1"/>
                        </a:solidFill>
                      </a:endParaRPr>
                    </a:p>
                    <a:p>
                      <a:pPr marL="285750" indent="-285750" algn="l" latinLnBrk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600" dirty="0" err="1">
                          <a:solidFill>
                            <a:schemeClr val="tx1"/>
                          </a:solidFill>
                        </a:rPr>
                        <a:t>화면설계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 수정 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(index,</a:t>
                      </a:r>
                      <a:r>
                        <a:rPr lang="en-US" altLang="ko-KR" sz="1600" baseline="0" dirty="0">
                          <a:solidFill>
                            <a:schemeClr val="tx1"/>
                          </a:solidFill>
                        </a:rPr>
                        <a:t> company, </a:t>
                      </a:r>
                      <a:r>
                        <a:rPr lang="en-US" altLang="ko-KR" sz="1600" baseline="0" dirty="0" err="1">
                          <a:solidFill>
                            <a:schemeClr val="tx1"/>
                          </a:solidFill>
                        </a:rPr>
                        <a:t>pds</a:t>
                      </a:r>
                      <a:r>
                        <a:rPr lang="en-US" altLang="ko-KR" sz="1600" baseline="0" dirty="0">
                          <a:solidFill>
                            <a:schemeClr val="tx1"/>
                          </a:solidFill>
                        </a:rPr>
                        <a:t>, online, </a:t>
                      </a:r>
                      <a:r>
                        <a:rPr lang="en-US" altLang="ko-KR" sz="1600" baseline="0" dirty="0" err="1">
                          <a:solidFill>
                            <a:schemeClr val="tx1"/>
                          </a:solidFill>
                        </a:rPr>
                        <a:t>ans_board</a:t>
                      </a:r>
                      <a:r>
                        <a:rPr lang="en-US" altLang="ko-KR" sz="1600" baseline="0" dirty="0">
                          <a:solidFill>
                            <a:schemeClr val="tx1"/>
                          </a:solidFill>
                        </a:rPr>
                        <a:t> ) </a:t>
                      </a:r>
                      <a:r>
                        <a:rPr lang="ko-KR" altLang="en-US" sz="1600" baseline="0" dirty="0">
                          <a:solidFill>
                            <a:schemeClr val="tx1"/>
                          </a:solidFill>
                        </a:rPr>
                        <a:t>및</a:t>
                      </a:r>
                      <a:r>
                        <a:rPr lang="en-US" altLang="ko-KR" sz="1600" baseline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600" baseline="0" dirty="0">
                          <a:solidFill>
                            <a:schemeClr val="tx1"/>
                          </a:solidFill>
                        </a:rPr>
                        <a:t>추가 </a:t>
                      </a:r>
                      <a:r>
                        <a:rPr lang="en-US" altLang="ko-KR" sz="1600" baseline="0" dirty="0">
                          <a:solidFill>
                            <a:schemeClr val="tx1"/>
                          </a:solidFill>
                        </a:rPr>
                        <a:t>(directions, books, </a:t>
                      </a:r>
                      <a:r>
                        <a:rPr lang="en-US" altLang="ko-KR" sz="1600" baseline="0" dirty="0" err="1">
                          <a:solidFill>
                            <a:schemeClr val="tx1"/>
                          </a:solidFill>
                        </a:rPr>
                        <a:t>online_cnt</a:t>
                      </a:r>
                      <a:r>
                        <a:rPr lang="en-US" altLang="ko-KR" sz="1600" baseline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en-US" altLang="ko-KR" sz="1600" baseline="0" dirty="0" err="1">
                          <a:solidFill>
                            <a:schemeClr val="tx1"/>
                          </a:solidFill>
                        </a:rPr>
                        <a:t>ans_board_cnt</a:t>
                      </a:r>
                      <a:r>
                        <a:rPr lang="en-US" altLang="ko-KR" sz="1600" baseline="0" dirty="0">
                          <a:solidFill>
                            <a:schemeClr val="tx1"/>
                          </a:solidFill>
                        </a:rPr>
                        <a:t>, admin, </a:t>
                      </a:r>
                      <a:r>
                        <a:rPr lang="en-US" altLang="ko-KR" sz="1600" baseline="0" dirty="0" err="1">
                          <a:solidFill>
                            <a:schemeClr val="tx1"/>
                          </a:solidFill>
                        </a:rPr>
                        <a:t>alt_user</a:t>
                      </a:r>
                      <a:r>
                        <a:rPr lang="en-US" altLang="ko-KR" sz="1600" baseline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en-US" altLang="ko-KR" sz="1600" baseline="0" dirty="0" err="1">
                          <a:solidFill>
                            <a:schemeClr val="tx1"/>
                          </a:solidFill>
                        </a:rPr>
                        <a:t>del_user</a:t>
                      </a:r>
                      <a:r>
                        <a:rPr lang="en-US" altLang="ko-KR" sz="1600" baseline="0" dirty="0">
                          <a:solidFill>
                            <a:schemeClr val="tx1"/>
                          </a:solidFill>
                        </a:rPr>
                        <a:t>)</a:t>
                      </a:r>
                      <a:r>
                        <a:rPr lang="ko-KR" altLang="en-US" sz="1600" baseline="0" dirty="0">
                          <a:solidFill>
                            <a:schemeClr val="tx1"/>
                          </a:solidFill>
                        </a:rPr>
                        <a:t> 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하 태민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95913625"/>
                  </a:ext>
                </a:extLst>
              </a:tr>
              <a:tr h="348989">
                <a:tc>
                  <a:txBody>
                    <a:bodyPr/>
                    <a:lstStyle/>
                    <a:p>
                      <a:pPr algn="ctr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74558192"/>
                  </a:ext>
                </a:extLst>
              </a:tr>
              <a:tr h="348989">
                <a:tc>
                  <a:txBody>
                    <a:bodyPr/>
                    <a:lstStyle/>
                    <a:p>
                      <a:pPr algn="ctr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89568577"/>
                  </a:ext>
                </a:extLst>
              </a:tr>
              <a:tr h="348989">
                <a:tc>
                  <a:txBody>
                    <a:bodyPr/>
                    <a:lstStyle/>
                    <a:p>
                      <a:pPr algn="ctr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5782091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3161091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/>
          <p:cNvSpPr/>
          <p:nvPr/>
        </p:nvSpPr>
        <p:spPr>
          <a:xfrm>
            <a:off x="1227993" y="1081453"/>
            <a:ext cx="10964007" cy="79131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TextBox 4"/>
          <p:cNvSpPr txBox="1"/>
          <p:nvPr/>
        </p:nvSpPr>
        <p:spPr>
          <a:xfrm>
            <a:off x="1227993" y="1318846"/>
            <a:ext cx="474912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4000" b="1" dirty="0"/>
              <a:t>화면 설계</a:t>
            </a:r>
            <a:endParaRPr lang="ko-KR" altLang="en-US" b="1" dirty="0"/>
          </a:p>
        </p:txBody>
      </p:sp>
    </p:spTree>
    <p:extLst>
      <p:ext uri="{BB962C8B-B14F-4D97-AF65-F5344CB8AC3E}">
        <p14:creationId xmlns:p14="http://schemas.microsoft.com/office/powerpoint/2010/main" val="104290592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793154"/>
            <a:ext cx="7195624" cy="6064846"/>
          </a:xfrm>
          <a:prstGeom prst="rect">
            <a:avLst/>
          </a:prstGeom>
          <a:ln>
            <a:solidFill>
              <a:schemeClr val="tx1"/>
            </a:solidFill>
          </a:ln>
        </p:spPr>
      </p:pic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43768618"/>
              </p:ext>
            </p:extLst>
          </p:nvPr>
        </p:nvGraphicFramePr>
        <p:xfrm>
          <a:off x="0" y="0"/>
          <a:ext cx="12192000" cy="7416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1345223">
                  <a:extLst>
                    <a:ext uri="{9D8B030D-6E8A-4147-A177-3AD203B41FA5}">
                      <a16:colId xmlns:a16="http://schemas.microsoft.com/office/drawing/2014/main" val="3208971625"/>
                    </a:ext>
                  </a:extLst>
                </a:gridCol>
                <a:gridCol w="4750777">
                  <a:extLst>
                    <a:ext uri="{9D8B030D-6E8A-4147-A177-3AD203B41FA5}">
                      <a16:colId xmlns:a16="http://schemas.microsoft.com/office/drawing/2014/main" val="2054148690"/>
                    </a:ext>
                  </a:extLst>
                </a:gridCol>
                <a:gridCol w="4621823">
                  <a:extLst>
                    <a:ext uri="{9D8B030D-6E8A-4147-A177-3AD203B41FA5}">
                      <a16:colId xmlns:a16="http://schemas.microsoft.com/office/drawing/2014/main" val="1281498109"/>
                    </a:ext>
                  </a:extLst>
                </a:gridCol>
                <a:gridCol w="1474177">
                  <a:extLst>
                    <a:ext uri="{9D8B030D-6E8A-4147-A177-3AD203B41FA5}">
                      <a16:colId xmlns:a16="http://schemas.microsoft.com/office/drawing/2014/main" val="34745959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문서 코드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파일명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err="1">
                          <a:solidFill>
                            <a:schemeClr val="tx1"/>
                          </a:solidFill>
                        </a:rPr>
                        <a:t>화면명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53127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F-11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Index.html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메인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하 태민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2825038"/>
                  </a:ext>
                </a:extLst>
              </a:tr>
            </a:tbl>
          </a:graphicData>
        </a:graphic>
      </p:graphicFrame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16970819"/>
              </p:ext>
            </p:extLst>
          </p:nvPr>
        </p:nvGraphicFramePr>
        <p:xfrm>
          <a:off x="7292972" y="793154"/>
          <a:ext cx="4899028" cy="4808222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803326">
                  <a:extLst>
                    <a:ext uri="{9D8B030D-6E8A-4147-A177-3AD203B41FA5}">
                      <a16:colId xmlns:a16="http://schemas.microsoft.com/office/drawing/2014/main" val="3809828884"/>
                    </a:ext>
                  </a:extLst>
                </a:gridCol>
                <a:gridCol w="853930">
                  <a:extLst>
                    <a:ext uri="{9D8B030D-6E8A-4147-A177-3AD203B41FA5}">
                      <a16:colId xmlns:a16="http://schemas.microsoft.com/office/drawing/2014/main" val="3918799943"/>
                    </a:ext>
                  </a:extLst>
                </a:gridCol>
                <a:gridCol w="3241772">
                  <a:extLst>
                    <a:ext uri="{9D8B030D-6E8A-4147-A177-3AD203B41FA5}">
                      <a16:colId xmlns:a16="http://schemas.microsoft.com/office/drawing/2014/main" val="148104643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No.1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CRUD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기능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97816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LOGO</a:t>
                      </a: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+mj-ea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메인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48859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회원가입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+mj-ea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회원가입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92375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로그인</a:t>
                      </a:r>
                      <a:endParaRPr lang="en-US" altLang="ko-KR" sz="1100" baseline="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+mj-ea"/>
                        <a:buNone/>
                      </a:pP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로그인 페이지로 이동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78950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상단 탭 메뉴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+mj-ea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각 메뉴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marL="228600" indent="-22860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>
                          <a:solidFill>
                            <a:schemeClr val="tx1"/>
                          </a:solidFill>
                        </a:rPr>
                        <a:t>검색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창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도서명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저자 등 검색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도서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자료실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동영상 강의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검색 결과 출력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77551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Tx/>
                        <a:buChar char="-"/>
                      </a:pP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51897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6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공지사항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/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이벤트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2771769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7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lnSpc>
                          <a:spcPct val="125000"/>
                        </a:lnSpc>
                        <a:buFontTx/>
                        <a:buNone/>
                      </a:pP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450988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8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SNS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1931413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9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lnSpc>
                          <a:spcPct val="125000"/>
                        </a:lnSpc>
                        <a:buFontTx/>
                        <a:buNone/>
                      </a:pP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41072526"/>
                  </a:ext>
                </a:extLst>
              </a:tr>
            </a:tbl>
          </a:graphicData>
        </a:graphic>
      </p:graphicFrame>
      <p:sp>
        <p:nvSpPr>
          <p:cNvPr id="9" name="타원 8"/>
          <p:cNvSpPr/>
          <p:nvPr/>
        </p:nvSpPr>
        <p:spPr>
          <a:xfrm>
            <a:off x="2377440" y="1025862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10" name="타원 9"/>
          <p:cNvSpPr/>
          <p:nvPr/>
        </p:nvSpPr>
        <p:spPr>
          <a:xfrm>
            <a:off x="5463248" y="1025862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11" name="직사각형 10"/>
          <p:cNvSpPr/>
          <p:nvPr/>
        </p:nvSpPr>
        <p:spPr>
          <a:xfrm>
            <a:off x="58908" y="1432304"/>
            <a:ext cx="7077807" cy="370120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타원 11"/>
          <p:cNvSpPr/>
          <p:nvPr/>
        </p:nvSpPr>
        <p:spPr>
          <a:xfrm>
            <a:off x="6486381" y="1025862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3</a:t>
            </a:r>
            <a:endParaRPr lang="ko-KR" altLang="en-US" dirty="0"/>
          </a:p>
        </p:txBody>
      </p:sp>
      <p:sp>
        <p:nvSpPr>
          <p:cNvPr id="13" name="직사각형 12"/>
          <p:cNvSpPr/>
          <p:nvPr/>
        </p:nvSpPr>
        <p:spPr>
          <a:xfrm>
            <a:off x="2734409" y="949569"/>
            <a:ext cx="1661746" cy="407564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타원 13"/>
          <p:cNvSpPr/>
          <p:nvPr/>
        </p:nvSpPr>
        <p:spPr>
          <a:xfrm>
            <a:off x="136280" y="1489875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4</a:t>
            </a:r>
            <a:endParaRPr lang="ko-KR" altLang="en-US" dirty="0"/>
          </a:p>
        </p:txBody>
      </p:sp>
      <p:sp>
        <p:nvSpPr>
          <p:cNvPr id="15" name="직사각형 14"/>
          <p:cNvSpPr/>
          <p:nvPr/>
        </p:nvSpPr>
        <p:spPr>
          <a:xfrm>
            <a:off x="58908" y="1868362"/>
            <a:ext cx="7077807" cy="1961126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타원 15"/>
          <p:cNvSpPr/>
          <p:nvPr/>
        </p:nvSpPr>
        <p:spPr>
          <a:xfrm>
            <a:off x="136281" y="1918033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5</a:t>
            </a:r>
            <a:endParaRPr lang="ko-KR" altLang="en-US" dirty="0"/>
          </a:p>
        </p:txBody>
      </p:sp>
      <p:sp>
        <p:nvSpPr>
          <p:cNvPr id="17" name="직사각형 16"/>
          <p:cNvSpPr/>
          <p:nvPr/>
        </p:nvSpPr>
        <p:spPr>
          <a:xfrm>
            <a:off x="58908" y="3945097"/>
            <a:ext cx="3651446" cy="1840241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타원 17"/>
          <p:cNvSpPr/>
          <p:nvPr/>
        </p:nvSpPr>
        <p:spPr>
          <a:xfrm>
            <a:off x="136281" y="4000937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6</a:t>
            </a:r>
            <a:endParaRPr lang="ko-KR" altLang="en-US" dirty="0"/>
          </a:p>
        </p:txBody>
      </p:sp>
      <p:sp>
        <p:nvSpPr>
          <p:cNvPr id="19" name="직사각형 18"/>
          <p:cNvSpPr/>
          <p:nvPr/>
        </p:nvSpPr>
        <p:spPr>
          <a:xfrm>
            <a:off x="3772486" y="3945096"/>
            <a:ext cx="2399714" cy="1840241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직사각형 19"/>
          <p:cNvSpPr/>
          <p:nvPr/>
        </p:nvSpPr>
        <p:spPr>
          <a:xfrm>
            <a:off x="6234332" y="3945096"/>
            <a:ext cx="902383" cy="1840241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타원 20"/>
          <p:cNvSpPr/>
          <p:nvPr/>
        </p:nvSpPr>
        <p:spPr>
          <a:xfrm>
            <a:off x="3836082" y="4000937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7</a:t>
            </a:r>
            <a:endParaRPr lang="ko-KR" altLang="en-US" dirty="0"/>
          </a:p>
        </p:txBody>
      </p:sp>
      <p:sp>
        <p:nvSpPr>
          <p:cNvPr id="22" name="타원 21"/>
          <p:cNvSpPr/>
          <p:nvPr/>
        </p:nvSpPr>
        <p:spPr>
          <a:xfrm>
            <a:off x="6284161" y="3992145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8</a:t>
            </a:r>
            <a:endParaRPr lang="ko-KR" altLang="en-US" dirty="0"/>
          </a:p>
        </p:txBody>
      </p:sp>
      <p:sp>
        <p:nvSpPr>
          <p:cNvPr id="23" name="직사각형 22"/>
          <p:cNvSpPr/>
          <p:nvPr/>
        </p:nvSpPr>
        <p:spPr>
          <a:xfrm>
            <a:off x="58907" y="5900947"/>
            <a:ext cx="7077807" cy="886715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타원 23"/>
          <p:cNvSpPr/>
          <p:nvPr/>
        </p:nvSpPr>
        <p:spPr>
          <a:xfrm>
            <a:off x="123686" y="5973346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9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56819217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789671"/>
            <a:ext cx="7196400" cy="6068329"/>
          </a:xfrm>
          <a:prstGeom prst="rect">
            <a:avLst/>
          </a:prstGeom>
          <a:ln>
            <a:solidFill>
              <a:schemeClr val="tx1"/>
            </a:solidFill>
          </a:ln>
        </p:spPr>
      </p:pic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89020382"/>
              </p:ext>
            </p:extLst>
          </p:nvPr>
        </p:nvGraphicFramePr>
        <p:xfrm>
          <a:off x="0" y="0"/>
          <a:ext cx="12192000" cy="7416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1345223">
                  <a:extLst>
                    <a:ext uri="{9D8B030D-6E8A-4147-A177-3AD203B41FA5}">
                      <a16:colId xmlns:a16="http://schemas.microsoft.com/office/drawing/2014/main" val="3208971625"/>
                    </a:ext>
                  </a:extLst>
                </a:gridCol>
                <a:gridCol w="4750777">
                  <a:extLst>
                    <a:ext uri="{9D8B030D-6E8A-4147-A177-3AD203B41FA5}">
                      <a16:colId xmlns:a16="http://schemas.microsoft.com/office/drawing/2014/main" val="2054148690"/>
                    </a:ext>
                  </a:extLst>
                </a:gridCol>
                <a:gridCol w="4621823">
                  <a:extLst>
                    <a:ext uri="{9D8B030D-6E8A-4147-A177-3AD203B41FA5}">
                      <a16:colId xmlns:a16="http://schemas.microsoft.com/office/drawing/2014/main" val="1281498109"/>
                    </a:ext>
                  </a:extLst>
                </a:gridCol>
                <a:gridCol w="1474177">
                  <a:extLst>
                    <a:ext uri="{9D8B030D-6E8A-4147-A177-3AD203B41FA5}">
                      <a16:colId xmlns:a16="http://schemas.microsoft.com/office/drawing/2014/main" val="34745959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문서 코드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파일명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err="1">
                          <a:solidFill>
                            <a:schemeClr val="tx1"/>
                          </a:solidFill>
                        </a:rPr>
                        <a:t>화면명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53127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F-12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 err="1">
                          <a:solidFill>
                            <a:schemeClr val="tx1"/>
                          </a:solidFill>
                        </a:rPr>
                        <a:t>Login_form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메인 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로그인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하 태민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2825038"/>
                  </a:ext>
                </a:extLst>
              </a:tr>
            </a:tbl>
          </a:graphicData>
        </a:graphic>
      </p:graphicFrame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73769929"/>
              </p:ext>
            </p:extLst>
          </p:nvPr>
        </p:nvGraphicFramePr>
        <p:xfrm>
          <a:off x="7652238" y="1200516"/>
          <a:ext cx="4539762" cy="341376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744415">
                  <a:extLst>
                    <a:ext uri="{9D8B030D-6E8A-4147-A177-3AD203B41FA5}">
                      <a16:colId xmlns:a16="http://schemas.microsoft.com/office/drawing/2014/main" val="3809828884"/>
                    </a:ext>
                  </a:extLst>
                </a:gridCol>
                <a:gridCol w="791308">
                  <a:extLst>
                    <a:ext uri="{9D8B030D-6E8A-4147-A177-3AD203B41FA5}">
                      <a16:colId xmlns:a16="http://schemas.microsoft.com/office/drawing/2014/main" val="3918799943"/>
                    </a:ext>
                  </a:extLst>
                </a:gridCol>
                <a:gridCol w="3004039">
                  <a:extLst>
                    <a:ext uri="{9D8B030D-6E8A-4147-A177-3AD203B41FA5}">
                      <a16:colId xmlns:a16="http://schemas.microsoft.com/office/drawing/2014/main" val="148104643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No.1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CRUD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기능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97816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buFontTx/>
                        <a:buChar char="-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아이디 입력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최소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5,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최대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15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자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48859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buFontTx/>
                        <a:buChar char="-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비밀번호 입력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최소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8,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최대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18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자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92375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buFontTx/>
                        <a:buChar char="-"/>
                      </a:pP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클릭 시 다음 로그인 할 때 아이디가 저장됨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78950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buFontTx/>
                        <a:buChar char="-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입력된 정보가 있는 경우</a:t>
                      </a: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 메인 페이지로 이동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marL="0" indent="0" algn="l" latinLnBrk="1">
                        <a:buFontTx/>
                        <a:buNone/>
                      </a:pPr>
                      <a:r>
                        <a:rPr lang="en-US" altLang="ko-KR" sz="1100" baseline="0" dirty="0" err="1">
                          <a:solidFill>
                            <a:schemeClr val="tx1"/>
                          </a:solidFill>
                        </a:rPr>
                        <a:t>url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 : index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77551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buFontTx/>
                        <a:buChar char="-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아이디 찾기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marL="0" indent="0" algn="l" latinLnBrk="1">
                        <a:buFontTx/>
                        <a:buNone/>
                      </a:pPr>
                      <a:r>
                        <a:rPr lang="en-US" altLang="ko-KR" sz="1100" dirty="0" err="1">
                          <a:solidFill>
                            <a:schemeClr val="tx1"/>
                          </a:solidFill>
                        </a:rPr>
                        <a:t>url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 : </a:t>
                      </a:r>
                      <a:r>
                        <a:rPr lang="en-US" altLang="ko-KR" sz="1100" baseline="0" dirty="0" err="1">
                          <a:solidFill>
                            <a:schemeClr val="tx1"/>
                          </a:solidFill>
                        </a:rPr>
                        <a:t>id_find_form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51897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6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buFontTx/>
                        <a:buChar char="-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비밀번호 찾기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marL="0" indent="0" algn="l" latinLnBrk="1">
                        <a:buFontTx/>
                        <a:buNone/>
                      </a:pPr>
                      <a:r>
                        <a:rPr lang="en-US" altLang="ko-KR" sz="1100" dirty="0" err="1">
                          <a:solidFill>
                            <a:schemeClr val="tx1"/>
                          </a:solidFill>
                        </a:rPr>
                        <a:t>url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 : </a:t>
                      </a:r>
                      <a:r>
                        <a:rPr lang="en-US" altLang="ko-KR" sz="1100" baseline="0" dirty="0" err="1">
                          <a:solidFill>
                            <a:schemeClr val="tx1"/>
                          </a:solidFill>
                        </a:rPr>
                        <a:t>pwd_find_form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2771769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7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buFontTx/>
                        <a:buChar char="-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회원가입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marL="0" indent="0" algn="l" latinLnBrk="1">
                        <a:buFontTx/>
                        <a:buNone/>
                      </a:pPr>
                      <a:r>
                        <a:rPr lang="en-US" altLang="ko-KR" sz="1100" dirty="0" err="1">
                          <a:solidFill>
                            <a:schemeClr val="tx1"/>
                          </a:solidFill>
                        </a:rPr>
                        <a:t>url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: </a:t>
                      </a:r>
                      <a:r>
                        <a:rPr lang="en-US" altLang="ko-KR" sz="1100" dirty="0" err="1">
                          <a:solidFill>
                            <a:schemeClr val="tx1"/>
                          </a:solidFill>
                        </a:rPr>
                        <a:t>agree_form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45778229"/>
                  </a:ext>
                </a:extLst>
              </a:tr>
            </a:tbl>
          </a:graphicData>
        </a:graphic>
      </p:graphicFrame>
      <p:sp>
        <p:nvSpPr>
          <p:cNvPr id="19" name="타원 18"/>
          <p:cNvSpPr/>
          <p:nvPr/>
        </p:nvSpPr>
        <p:spPr>
          <a:xfrm>
            <a:off x="2086706" y="2998566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20" name="타원 19"/>
          <p:cNvSpPr/>
          <p:nvPr/>
        </p:nvSpPr>
        <p:spPr>
          <a:xfrm>
            <a:off x="2086706" y="3430411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22" name="타원 21"/>
          <p:cNvSpPr/>
          <p:nvPr/>
        </p:nvSpPr>
        <p:spPr>
          <a:xfrm>
            <a:off x="2086706" y="3778790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3</a:t>
            </a:r>
            <a:endParaRPr lang="ko-KR" altLang="en-US" dirty="0"/>
          </a:p>
        </p:txBody>
      </p:sp>
      <p:sp>
        <p:nvSpPr>
          <p:cNvPr id="23" name="타원 22"/>
          <p:cNvSpPr/>
          <p:nvPr/>
        </p:nvSpPr>
        <p:spPr>
          <a:xfrm>
            <a:off x="4931750" y="3961743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4</a:t>
            </a:r>
            <a:endParaRPr lang="ko-KR" altLang="en-US" dirty="0"/>
          </a:p>
        </p:txBody>
      </p:sp>
      <p:sp>
        <p:nvSpPr>
          <p:cNvPr id="24" name="타원 23"/>
          <p:cNvSpPr/>
          <p:nvPr/>
        </p:nvSpPr>
        <p:spPr>
          <a:xfrm>
            <a:off x="2086705" y="4498458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5</a:t>
            </a:r>
            <a:endParaRPr lang="ko-KR" altLang="en-US" dirty="0"/>
          </a:p>
        </p:txBody>
      </p:sp>
      <p:sp>
        <p:nvSpPr>
          <p:cNvPr id="25" name="타원 24"/>
          <p:cNvSpPr/>
          <p:nvPr/>
        </p:nvSpPr>
        <p:spPr>
          <a:xfrm>
            <a:off x="4931750" y="4498458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6</a:t>
            </a:r>
            <a:endParaRPr lang="ko-KR" altLang="en-US" dirty="0"/>
          </a:p>
        </p:txBody>
      </p:sp>
      <p:sp>
        <p:nvSpPr>
          <p:cNvPr id="26" name="타원 25"/>
          <p:cNvSpPr/>
          <p:nvPr/>
        </p:nvSpPr>
        <p:spPr>
          <a:xfrm>
            <a:off x="2086705" y="4831072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7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27798266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200516"/>
            <a:ext cx="7508629" cy="5318613"/>
          </a:xfrm>
          <a:prstGeom prst="rect">
            <a:avLst/>
          </a:prstGeom>
          <a:ln>
            <a:solidFill>
              <a:schemeClr val="tx1"/>
            </a:solidFill>
          </a:ln>
        </p:spPr>
      </p:pic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44511671"/>
              </p:ext>
            </p:extLst>
          </p:nvPr>
        </p:nvGraphicFramePr>
        <p:xfrm>
          <a:off x="0" y="0"/>
          <a:ext cx="12192000" cy="7416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1345223">
                  <a:extLst>
                    <a:ext uri="{9D8B030D-6E8A-4147-A177-3AD203B41FA5}">
                      <a16:colId xmlns:a16="http://schemas.microsoft.com/office/drawing/2014/main" val="3208971625"/>
                    </a:ext>
                  </a:extLst>
                </a:gridCol>
                <a:gridCol w="4750777">
                  <a:extLst>
                    <a:ext uri="{9D8B030D-6E8A-4147-A177-3AD203B41FA5}">
                      <a16:colId xmlns:a16="http://schemas.microsoft.com/office/drawing/2014/main" val="2054148690"/>
                    </a:ext>
                  </a:extLst>
                </a:gridCol>
                <a:gridCol w="4621823">
                  <a:extLst>
                    <a:ext uri="{9D8B030D-6E8A-4147-A177-3AD203B41FA5}">
                      <a16:colId xmlns:a16="http://schemas.microsoft.com/office/drawing/2014/main" val="1281498109"/>
                    </a:ext>
                  </a:extLst>
                </a:gridCol>
                <a:gridCol w="1474177">
                  <a:extLst>
                    <a:ext uri="{9D8B030D-6E8A-4147-A177-3AD203B41FA5}">
                      <a16:colId xmlns:a16="http://schemas.microsoft.com/office/drawing/2014/main" val="34745959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문서 코드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파일명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err="1">
                          <a:solidFill>
                            <a:schemeClr val="tx1"/>
                          </a:solidFill>
                        </a:rPr>
                        <a:t>화면명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53127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F-13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 err="1">
                          <a:solidFill>
                            <a:schemeClr val="tx1"/>
                          </a:solidFill>
                        </a:rPr>
                        <a:t>id_find_form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아이디 찾기 페이지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하 태민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2825038"/>
                  </a:ext>
                </a:extLst>
              </a:tr>
            </a:tbl>
          </a:graphicData>
        </a:graphic>
      </p:graphicFrame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17502495"/>
              </p:ext>
            </p:extLst>
          </p:nvPr>
        </p:nvGraphicFramePr>
        <p:xfrm>
          <a:off x="7652238" y="1200516"/>
          <a:ext cx="4539762" cy="339852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744415">
                  <a:extLst>
                    <a:ext uri="{9D8B030D-6E8A-4147-A177-3AD203B41FA5}">
                      <a16:colId xmlns:a16="http://schemas.microsoft.com/office/drawing/2014/main" val="3809828884"/>
                    </a:ext>
                  </a:extLst>
                </a:gridCol>
                <a:gridCol w="791308">
                  <a:extLst>
                    <a:ext uri="{9D8B030D-6E8A-4147-A177-3AD203B41FA5}">
                      <a16:colId xmlns:a16="http://schemas.microsoft.com/office/drawing/2014/main" val="3918799943"/>
                    </a:ext>
                  </a:extLst>
                </a:gridCol>
                <a:gridCol w="3004039">
                  <a:extLst>
                    <a:ext uri="{9D8B030D-6E8A-4147-A177-3AD203B41FA5}">
                      <a16:colId xmlns:a16="http://schemas.microsoft.com/office/drawing/2014/main" val="148104643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No.1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CRUD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기능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97816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buFontTx/>
                        <a:buChar char="-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이메일 주소 형식 입력 가능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48859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buFontTx/>
                        <a:buChar char="-"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6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자리 인증번호 입력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92375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buFontTx/>
                        <a:buChar char="-"/>
                      </a:pP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이메일 주소 형식이 맞으면 인증번호를 이메일 전송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marL="171450" indent="-171450" algn="l" latinLnBrk="1">
                        <a:buFontTx/>
                        <a:buChar char="-"/>
                      </a:pPr>
                      <a:endParaRPr lang="en-US" altLang="ko-KR" sz="1100" baseline="0" dirty="0">
                        <a:solidFill>
                          <a:schemeClr val="tx1"/>
                        </a:solidFill>
                      </a:endParaRPr>
                    </a:p>
                    <a:p>
                      <a:pPr marL="171450" indent="-171450" algn="l" latinLnBrk="1">
                        <a:buFontTx/>
                        <a:buChar char="-"/>
                      </a:pP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이메일 주소 형식이 맞지 않으면 브라우저 기능의 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alert </a:t>
                      </a: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표시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78950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buFontTx/>
                        <a:buChar char="-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인증번호가 맞으면 아이디를 알려주는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marL="171450" indent="-171450" algn="l" latinLnBrk="1">
                        <a:buFontTx/>
                        <a:buChar char="-"/>
                      </a:pP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171450" indent="-171450" algn="l" latinLnBrk="1">
                        <a:buFontTx/>
                        <a:buChar char="-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인증번호가 맞지 않으면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alert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팝업으로 안내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77551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buFontTx/>
                        <a:buChar char="-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메인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dirty="0" err="1">
                          <a:solidFill>
                            <a:schemeClr val="tx1"/>
                          </a:solidFill>
                        </a:rPr>
                        <a:t>url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: index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5189799"/>
                  </a:ext>
                </a:extLst>
              </a:tr>
            </a:tbl>
          </a:graphicData>
        </a:graphic>
      </p:graphicFrame>
      <p:sp>
        <p:nvSpPr>
          <p:cNvPr id="19" name="타원 18"/>
          <p:cNvSpPr/>
          <p:nvPr/>
        </p:nvSpPr>
        <p:spPr>
          <a:xfrm>
            <a:off x="2086708" y="4070841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20" name="타원 19"/>
          <p:cNvSpPr/>
          <p:nvPr/>
        </p:nvSpPr>
        <p:spPr>
          <a:xfrm>
            <a:off x="2086708" y="4543240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22" name="타원 21"/>
          <p:cNvSpPr/>
          <p:nvPr/>
        </p:nvSpPr>
        <p:spPr>
          <a:xfrm>
            <a:off x="5207976" y="4539950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3</a:t>
            </a:r>
            <a:endParaRPr lang="ko-KR" altLang="en-US" dirty="0"/>
          </a:p>
        </p:txBody>
      </p:sp>
      <p:sp>
        <p:nvSpPr>
          <p:cNvPr id="12" name="타원 11"/>
          <p:cNvSpPr/>
          <p:nvPr/>
        </p:nvSpPr>
        <p:spPr>
          <a:xfrm>
            <a:off x="2086708" y="5173524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4</a:t>
            </a:r>
            <a:endParaRPr lang="ko-KR" altLang="en-US" dirty="0"/>
          </a:p>
        </p:txBody>
      </p:sp>
      <p:sp>
        <p:nvSpPr>
          <p:cNvPr id="13" name="타원 12"/>
          <p:cNvSpPr/>
          <p:nvPr/>
        </p:nvSpPr>
        <p:spPr>
          <a:xfrm>
            <a:off x="5207976" y="5173523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5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60810966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200516"/>
            <a:ext cx="7508629" cy="5318612"/>
          </a:xfrm>
          <a:prstGeom prst="rect">
            <a:avLst/>
          </a:prstGeom>
          <a:ln>
            <a:solidFill>
              <a:schemeClr val="tx1"/>
            </a:solidFill>
          </a:ln>
        </p:spPr>
      </p:pic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2916411"/>
              </p:ext>
            </p:extLst>
          </p:nvPr>
        </p:nvGraphicFramePr>
        <p:xfrm>
          <a:off x="0" y="0"/>
          <a:ext cx="12192000" cy="7416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1345223">
                  <a:extLst>
                    <a:ext uri="{9D8B030D-6E8A-4147-A177-3AD203B41FA5}">
                      <a16:colId xmlns:a16="http://schemas.microsoft.com/office/drawing/2014/main" val="3208971625"/>
                    </a:ext>
                  </a:extLst>
                </a:gridCol>
                <a:gridCol w="4750777">
                  <a:extLst>
                    <a:ext uri="{9D8B030D-6E8A-4147-A177-3AD203B41FA5}">
                      <a16:colId xmlns:a16="http://schemas.microsoft.com/office/drawing/2014/main" val="2054148690"/>
                    </a:ext>
                  </a:extLst>
                </a:gridCol>
                <a:gridCol w="4621823">
                  <a:extLst>
                    <a:ext uri="{9D8B030D-6E8A-4147-A177-3AD203B41FA5}">
                      <a16:colId xmlns:a16="http://schemas.microsoft.com/office/drawing/2014/main" val="1281498109"/>
                    </a:ext>
                  </a:extLst>
                </a:gridCol>
                <a:gridCol w="1474177">
                  <a:extLst>
                    <a:ext uri="{9D8B030D-6E8A-4147-A177-3AD203B41FA5}">
                      <a16:colId xmlns:a16="http://schemas.microsoft.com/office/drawing/2014/main" val="34745959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문서 코드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파일명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err="1">
                          <a:solidFill>
                            <a:schemeClr val="tx1"/>
                          </a:solidFill>
                        </a:rPr>
                        <a:t>화면명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53127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F-14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 err="1">
                          <a:solidFill>
                            <a:schemeClr val="tx1"/>
                          </a:solidFill>
                        </a:rPr>
                        <a:t>pwd_find_form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비밀번호 찾기 페이지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하 태민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2825038"/>
                  </a:ext>
                </a:extLst>
              </a:tr>
            </a:tbl>
          </a:graphicData>
        </a:graphic>
      </p:graphicFrame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00831949"/>
              </p:ext>
            </p:extLst>
          </p:nvPr>
        </p:nvGraphicFramePr>
        <p:xfrm>
          <a:off x="7652238" y="1200516"/>
          <a:ext cx="4539762" cy="376936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744415">
                  <a:extLst>
                    <a:ext uri="{9D8B030D-6E8A-4147-A177-3AD203B41FA5}">
                      <a16:colId xmlns:a16="http://schemas.microsoft.com/office/drawing/2014/main" val="3809828884"/>
                    </a:ext>
                  </a:extLst>
                </a:gridCol>
                <a:gridCol w="791308">
                  <a:extLst>
                    <a:ext uri="{9D8B030D-6E8A-4147-A177-3AD203B41FA5}">
                      <a16:colId xmlns:a16="http://schemas.microsoft.com/office/drawing/2014/main" val="3918799943"/>
                    </a:ext>
                  </a:extLst>
                </a:gridCol>
                <a:gridCol w="3004039">
                  <a:extLst>
                    <a:ext uri="{9D8B030D-6E8A-4147-A177-3AD203B41FA5}">
                      <a16:colId xmlns:a16="http://schemas.microsoft.com/office/drawing/2014/main" val="148104643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No.1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CRUD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기능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97816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buFontTx/>
                        <a:buChar char="-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아이디 형식 입력 가능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788800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buFontTx/>
                        <a:buChar char="-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이메일 주소 형식 입력 가능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48859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buFontTx/>
                        <a:buChar char="-"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6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자리 인증번호 입력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92375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buFontTx/>
                        <a:buChar char="-"/>
                      </a:pP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아이디와 이메일 주소 형식이 맞으면 인증번호를 이메일 전송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marL="171450" indent="-171450" algn="l" latinLnBrk="1">
                        <a:buFontTx/>
                        <a:buChar char="-"/>
                      </a:pPr>
                      <a:endParaRPr lang="en-US" altLang="ko-KR" sz="1100" baseline="0" dirty="0">
                        <a:solidFill>
                          <a:schemeClr val="tx1"/>
                        </a:solidFill>
                      </a:endParaRPr>
                    </a:p>
                    <a:p>
                      <a:pPr marL="171450" indent="-171450" algn="l" latinLnBrk="1">
                        <a:buFontTx/>
                        <a:buChar char="-"/>
                      </a:pP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아이디와 이메일 주소 형식이 맞지 않으면 브라우저 기능의 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alert </a:t>
                      </a: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표시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78950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buFontTx/>
                        <a:buChar char="-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인증번호가 맞으면 패스워드 변경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marL="171450" indent="-171450" algn="l" latinLnBrk="1">
                        <a:buFontTx/>
                        <a:buChar char="-"/>
                      </a:pP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171450" indent="-171450" algn="l" latinLnBrk="1">
                        <a:buFontTx/>
                        <a:buChar char="-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인증번호가 맞지 않으면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alert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팝업으로 안내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77551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6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buFontTx/>
                        <a:buChar char="-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메인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dirty="0" err="1">
                          <a:solidFill>
                            <a:schemeClr val="tx1"/>
                          </a:solidFill>
                        </a:rPr>
                        <a:t>url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: index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5189799"/>
                  </a:ext>
                </a:extLst>
              </a:tr>
            </a:tbl>
          </a:graphicData>
        </a:graphic>
      </p:graphicFrame>
      <p:sp>
        <p:nvSpPr>
          <p:cNvPr id="19" name="타원 18"/>
          <p:cNvSpPr/>
          <p:nvPr/>
        </p:nvSpPr>
        <p:spPr>
          <a:xfrm>
            <a:off x="2086708" y="3833448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20" name="타원 19"/>
          <p:cNvSpPr/>
          <p:nvPr/>
        </p:nvSpPr>
        <p:spPr>
          <a:xfrm>
            <a:off x="2086708" y="4261886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22" name="타원 21"/>
          <p:cNvSpPr/>
          <p:nvPr/>
        </p:nvSpPr>
        <p:spPr>
          <a:xfrm>
            <a:off x="2086707" y="4676603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3</a:t>
            </a:r>
            <a:endParaRPr lang="ko-KR" altLang="en-US" dirty="0"/>
          </a:p>
        </p:txBody>
      </p:sp>
      <p:sp>
        <p:nvSpPr>
          <p:cNvPr id="12" name="타원 11"/>
          <p:cNvSpPr/>
          <p:nvPr/>
        </p:nvSpPr>
        <p:spPr>
          <a:xfrm>
            <a:off x="5207975" y="4676603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4</a:t>
            </a:r>
            <a:endParaRPr lang="ko-KR" altLang="en-US" dirty="0"/>
          </a:p>
        </p:txBody>
      </p:sp>
      <p:sp>
        <p:nvSpPr>
          <p:cNvPr id="13" name="타원 12"/>
          <p:cNvSpPr/>
          <p:nvPr/>
        </p:nvSpPr>
        <p:spPr>
          <a:xfrm>
            <a:off x="2086708" y="5241103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5</a:t>
            </a:r>
            <a:endParaRPr lang="ko-KR" altLang="en-US" dirty="0"/>
          </a:p>
        </p:txBody>
      </p:sp>
      <p:sp>
        <p:nvSpPr>
          <p:cNvPr id="10" name="타원 9"/>
          <p:cNvSpPr/>
          <p:nvPr/>
        </p:nvSpPr>
        <p:spPr>
          <a:xfrm>
            <a:off x="5207975" y="5241103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6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38005731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200517"/>
            <a:ext cx="7508630" cy="5318612"/>
          </a:xfrm>
          <a:prstGeom prst="rect">
            <a:avLst/>
          </a:prstGeom>
          <a:ln>
            <a:solidFill>
              <a:schemeClr val="tx1"/>
            </a:solidFill>
          </a:ln>
        </p:spPr>
      </p:pic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46642226"/>
              </p:ext>
            </p:extLst>
          </p:nvPr>
        </p:nvGraphicFramePr>
        <p:xfrm>
          <a:off x="0" y="0"/>
          <a:ext cx="12192000" cy="7416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1345223">
                  <a:extLst>
                    <a:ext uri="{9D8B030D-6E8A-4147-A177-3AD203B41FA5}">
                      <a16:colId xmlns:a16="http://schemas.microsoft.com/office/drawing/2014/main" val="3208971625"/>
                    </a:ext>
                  </a:extLst>
                </a:gridCol>
                <a:gridCol w="4750777">
                  <a:extLst>
                    <a:ext uri="{9D8B030D-6E8A-4147-A177-3AD203B41FA5}">
                      <a16:colId xmlns:a16="http://schemas.microsoft.com/office/drawing/2014/main" val="2054148690"/>
                    </a:ext>
                  </a:extLst>
                </a:gridCol>
                <a:gridCol w="4621823">
                  <a:extLst>
                    <a:ext uri="{9D8B030D-6E8A-4147-A177-3AD203B41FA5}">
                      <a16:colId xmlns:a16="http://schemas.microsoft.com/office/drawing/2014/main" val="1281498109"/>
                    </a:ext>
                  </a:extLst>
                </a:gridCol>
                <a:gridCol w="1474177">
                  <a:extLst>
                    <a:ext uri="{9D8B030D-6E8A-4147-A177-3AD203B41FA5}">
                      <a16:colId xmlns:a16="http://schemas.microsoft.com/office/drawing/2014/main" val="34745959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문서 코드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파일명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err="1">
                          <a:solidFill>
                            <a:schemeClr val="tx1"/>
                          </a:solidFill>
                        </a:rPr>
                        <a:t>화면명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53127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F-15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 err="1">
                          <a:solidFill>
                            <a:schemeClr val="tx1"/>
                          </a:solidFill>
                        </a:rPr>
                        <a:t>agree_form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회원가입 페이지 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- 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약관동의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하 태민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2825038"/>
                  </a:ext>
                </a:extLst>
              </a:tr>
            </a:tbl>
          </a:graphicData>
        </a:graphic>
      </p:graphicFrame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1970000"/>
              </p:ext>
            </p:extLst>
          </p:nvPr>
        </p:nvGraphicFramePr>
        <p:xfrm>
          <a:off x="7652238" y="1200517"/>
          <a:ext cx="4539762" cy="300736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744415">
                  <a:extLst>
                    <a:ext uri="{9D8B030D-6E8A-4147-A177-3AD203B41FA5}">
                      <a16:colId xmlns:a16="http://schemas.microsoft.com/office/drawing/2014/main" val="3809828884"/>
                    </a:ext>
                  </a:extLst>
                </a:gridCol>
                <a:gridCol w="791308">
                  <a:extLst>
                    <a:ext uri="{9D8B030D-6E8A-4147-A177-3AD203B41FA5}">
                      <a16:colId xmlns:a16="http://schemas.microsoft.com/office/drawing/2014/main" val="3918799943"/>
                    </a:ext>
                  </a:extLst>
                </a:gridCol>
                <a:gridCol w="3004039">
                  <a:extLst>
                    <a:ext uri="{9D8B030D-6E8A-4147-A177-3AD203B41FA5}">
                      <a16:colId xmlns:a16="http://schemas.microsoft.com/office/drawing/2014/main" val="148104643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No.1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CRUD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기능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97816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buFontTx/>
                        <a:buChar char="-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이용 약관 동의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788800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buFontTx/>
                        <a:buChar char="-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개인정보취급방침 동의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48859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buFontTx/>
                        <a:buChar char="-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전체 약관 동의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92375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buFontTx/>
                        <a:buChar char="-"/>
                      </a:pP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약관에 전체 동의 하지 않는 경우 확인버튼 비 활성화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marL="171450" indent="-171450" algn="l" latinLnBrk="1">
                        <a:buFontTx/>
                        <a:buChar char="-"/>
                      </a:pPr>
                      <a:endParaRPr lang="en-US" altLang="ko-KR" sz="1100" baseline="0" dirty="0">
                        <a:solidFill>
                          <a:schemeClr val="tx1"/>
                        </a:solidFill>
                      </a:endParaRPr>
                    </a:p>
                    <a:p>
                      <a:pPr marL="171450" indent="-171450" algn="l" latinLnBrk="1">
                        <a:buFontTx/>
                        <a:buChar char="-"/>
                      </a:pP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약관 전체 동의 한 경우 </a:t>
                      </a:r>
                      <a:r>
                        <a:rPr lang="ko-KR" altLang="en-US" sz="1100" baseline="0" dirty="0" err="1">
                          <a:solidFill>
                            <a:schemeClr val="tx1"/>
                          </a:solidFill>
                        </a:rPr>
                        <a:t>정보입력</a:t>
                      </a: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 페이지로 이동</a:t>
                      </a:r>
                      <a:endParaRPr lang="en-US" altLang="ko-KR" sz="1100" baseline="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buFontTx/>
                        <a:buNone/>
                      </a:pPr>
                      <a:r>
                        <a:rPr lang="en-US" altLang="ko-KR" sz="1100" baseline="0" dirty="0" err="1">
                          <a:solidFill>
                            <a:schemeClr val="tx1"/>
                          </a:solidFill>
                        </a:rPr>
                        <a:t>url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 : </a:t>
                      </a:r>
                      <a:r>
                        <a:rPr lang="en-US" altLang="ko-KR" sz="1100" baseline="0" dirty="0" err="1">
                          <a:solidFill>
                            <a:schemeClr val="tx1"/>
                          </a:solidFill>
                        </a:rPr>
                        <a:t>join_form</a:t>
                      </a:r>
                      <a:endParaRPr lang="en-US" altLang="ko-KR" sz="1100" baseline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78950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buFontTx/>
                        <a:buChar char="-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메인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marL="0" indent="0" algn="l" latinLnBrk="1">
                        <a:buFontTx/>
                        <a:buNone/>
                      </a:pPr>
                      <a:r>
                        <a:rPr lang="en-US" altLang="ko-KR" sz="1100" dirty="0" err="1">
                          <a:solidFill>
                            <a:schemeClr val="tx1"/>
                          </a:solidFill>
                        </a:rPr>
                        <a:t>url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 : index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7755150"/>
                  </a:ext>
                </a:extLst>
              </a:tr>
            </a:tbl>
          </a:graphicData>
        </a:graphic>
      </p:graphicFrame>
      <p:sp>
        <p:nvSpPr>
          <p:cNvPr id="19" name="타원 18"/>
          <p:cNvSpPr/>
          <p:nvPr/>
        </p:nvSpPr>
        <p:spPr>
          <a:xfrm>
            <a:off x="5067303" y="3604846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20" name="타원 19"/>
          <p:cNvSpPr/>
          <p:nvPr/>
        </p:nvSpPr>
        <p:spPr>
          <a:xfrm>
            <a:off x="5067303" y="5166368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22" name="타원 21"/>
          <p:cNvSpPr/>
          <p:nvPr/>
        </p:nvSpPr>
        <p:spPr>
          <a:xfrm>
            <a:off x="4566142" y="5494287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3</a:t>
            </a:r>
            <a:endParaRPr lang="ko-KR" altLang="en-US" dirty="0"/>
          </a:p>
        </p:txBody>
      </p:sp>
      <p:sp>
        <p:nvSpPr>
          <p:cNvPr id="12" name="타원 11"/>
          <p:cNvSpPr/>
          <p:nvPr/>
        </p:nvSpPr>
        <p:spPr>
          <a:xfrm>
            <a:off x="2243506" y="5880245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4</a:t>
            </a:r>
            <a:endParaRPr lang="ko-KR" altLang="en-US" dirty="0"/>
          </a:p>
        </p:txBody>
      </p:sp>
      <p:sp>
        <p:nvSpPr>
          <p:cNvPr id="13" name="타원 12"/>
          <p:cNvSpPr/>
          <p:nvPr/>
        </p:nvSpPr>
        <p:spPr>
          <a:xfrm>
            <a:off x="5067303" y="5880245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5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77235890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200516"/>
            <a:ext cx="7508630" cy="5318612"/>
          </a:xfrm>
          <a:prstGeom prst="rect">
            <a:avLst/>
          </a:prstGeom>
          <a:ln>
            <a:solidFill>
              <a:schemeClr val="tx1"/>
            </a:solidFill>
          </a:ln>
        </p:spPr>
      </p:pic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30002523"/>
              </p:ext>
            </p:extLst>
          </p:nvPr>
        </p:nvGraphicFramePr>
        <p:xfrm>
          <a:off x="0" y="0"/>
          <a:ext cx="12192000" cy="7416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1345223">
                  <a:extLst>
                    <a:ext uri="{9D8B030D-6E8A-4147-A177-3AD203B41FA5}">
                      <a16:colId xmlns:a16="http://schemas.microsoft.com/office/drawing/2014/main" val="3208971625"/>
                    </a:ext>
                  </a:extLst>
                </a:gridCol>
                <a:gridCol w="4750777">
                  <a:extLst>
                    <a:ext uri="{9D8B030D-6E8A-4147-A177-3AD203B41FA5}">
                      <a16:colId xmlns:a16="http://schemas.microsoft.com/office/drawing/2014/main" val="2054148690"/>
                    </a:ext>
                  </a:extLst>
                </a:gridCol>
                <a:gridCol w="4621823">
                  <a:extLst>
                    <a:ext uri="{9D8B030D-6E8A-4147-A177-3AD203B41FA5}">
                      <a16:colId xmlns:a16="http://schemas.microsoft.com/office/drawing/2014/main" val="1281498109"/>
                    </a:ext>
                  </a:extLst>
                </a:gridCol>
                <a:gridCol w="1474177">
                  <a:extLst>
                    <a:ext uri="{9D8B030D-6E8A-4147-A177-3AD203B41FA5}">
                      <a16:colId xmlns:a16="http://schemas.microsoft.com/office/drawing/2014/main" val="34745959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문서 코드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파일명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err="1">
                          <a:solidFill>
                            <a:schemeClr val="tx1"/>
                          </a:solidFill>
                        </a:rPr>
                        <a:t>화면명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53127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F-16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 err="1">
                          <a:solidFill>
                            <a:schemeClr val="tx1"/>
                          </a:solidFill>
                        </a:rPr>
                        <a:t>join_form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회원가입 페이지 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- </a:t>
                      </a:r>
                      <a:r>
                        <a:rPr lang="ko-KR" altLang="en-US" sz="1600" dirty="0" err="1">
                          <a:solidFill>
                            <a:schemeClr val="tx1"/>
                          </a:solidFill>
                        </a:rPr>
                        <a:t>정보입력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하 태민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2825038"/>
                  </a:ext>
                </a:extLst>
              </a:tr>
            </a:tbl>
          </a:graphicData>
        </a:graphic>
      </p:graphicFrame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86867095"/>
              </p:ext>
            </p:extLst>
          </p:nvPr>
        </p:nvGraphicFramePr>
        <p:xfrm>
          <a:off x="7652238" y="1200516"/>
          <a:ext cx="4539762" cy="43992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744415">
                  <a:extLst>
                    <a:ext uri="{9D8B030D-6E8A-4147-A177-3AD203B41FA5}">
                      <a16:colId xmlns:a16="http://schemas.microsoft.com/office/drawing/2014/main" val="3809828884"/>
                    </a:ext>
                  </a:extLst>
                </a:gridCol>
                <a:gridCol w="791308">
                  <a:extLst>
                    <a:ext uri="{9D8B030D-6E8A-4147-A177-3AD203B41FA5}">
                      <a16:colId xmlns:a16="http://schemas.microsoft.com/office/drawing/2014/main" val="3918799943"/>
                    </a:ext>
                  </a:extLst>
                </a:gridCol>
                <a:gridCol w="3004039">
                  <a:extLst>
                    <a:ext uri="{9D8B030D-6E8A-4147-A177-3AD203B41FA5}">
                      <a16:colId xmlns:a16="http://schemas.microsoft.com/office/drawing/2014/main" val="148104643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No.1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CRUD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기능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97816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buFontTx/>
                        <a:buChar char="-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아이디 입력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최소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5,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최대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15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자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788800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buFontTx/>
                        <a:buChar char="-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아이디 중복 확인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marL="171450" indent="-171450" algn="l" latinLnBrk="1">
                        <a:buFontTx/>
                        <a:buChar char="-"/>
                      </a:pP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171450" indent="-171450" algn="l" latinLnBrk="1">
                        <a:buFontTx/>
                        <a:buChar char="-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이미 아이디가 존재 한 경우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alert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표시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marL="171450" indent="-171450" algn="l" latinLnBrk="1">
                        <a:buFontTx/>
                        <a:buChar char="-"/>
                      </a:pP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171450" indent="-171450" algn="l" latinLnBrk="1">
                        <a:buFontTx/>
                        <a:buChar char="-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아이디가 존재 하지 않는 경우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alert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표시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48859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buFontTx/>
                        <a:buChar char="-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이메일 주소 형식 입력 가능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92375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buFontTx/>
                        <a:buChar char="-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이미 이메일이 존재 한 경우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alert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표시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marL="171450" indent="-171450" algn="l" latinLnBrk="1">
                        <a:buFontTx/>
                        <a:buChar char="-"/>
                      </a:pP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171450" indent="-171450" algn="l" latinLnBrk="1">
                        <a:buFontTx/>
                        <a:buChar char="-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이메일이 존재 하지 않는 경우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alert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표시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78950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buFontTx/>
                        <a:buChar char="-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비밀번호 입력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최소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8,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최대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18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자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77551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6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buFontTx/>
                        <a:buChar char="-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비밀번호 확인 입력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최소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8,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최대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18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자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51897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7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buFontTx/>
                        <a:buChar char="-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모든 입력 정보가 입력 되면 가입 완료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marL="0" indent="0" algn="l" latinLnBrk="1">
                        <a:buFontTx/>
                        <a:buNone/>
                      </a:pPr>
                      <a:r>
                        <a:rPr lang="en-US" altLang="ko-KR" sz="1100" dirty="0" err="1">
                          <a:solidFill>
                            <a:schemeClr val="tx1"/>
                          </a:solidFill>
                        </a:rPr>
                        <a:t>url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 : </a:t>
                      </a:r>
                      <a:r>
                        <a:rPr lang="en-US" altLang="ko-KR" sz="1100" baseline="0" dirty="0" err="1">
                          <a:solidFill>
                            <a:schemeClr val="tx1"/>
                          </a:solidFill>
                        </a:rPr>
                        <a:t>join_ok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872162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8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buFontTx/>
                        <a:buChar char="-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메인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marL="0" indent="0" algn="l" latinLnBrk="1">
                        <a:buFontTx/>
                        <a:buNone/>
                      </a:pPr>
                      <a:r>
                        <a:rPr lang="en-US" altLang="ko-KR" sz="1100" dirty="0" err="1">
                          <a:solidFill>
                            <a:schemeClr val="tx1"/>
                          </a:solidFill>
                        </a:rPr>
                        <a:t>url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 : index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17798759"/>
                  </a:ext>
                </a:extLst>
              </a:tr>
            </a:tbl>
          </a:graphicData>
        </a:graphic>
      </p:graphicFrame>
      <p:sp>
        <p:nvSpPr>
          <p:cNvPr id="19" name="타원 18"/>
          <p:cNvSpPr/>
          <p:nvPr/>
        </p:nvSpPr>
        <p:spPr>
          <a:xfrm>
            <a:off x="1504951" y="3683971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20" name="타원 19"/>
          <p:cNvSpPr/>
          <p:nvPr/>
        </p:nvSpPr>
        <p:spPr>
          <a:xfrm>
            <a:off x="5942131" y="3683972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22" name="타원 21"/>
          <p:cNvSpPr/>
          <p:nvPr/>
        </p:nvSpPr>
        <p:spPr>
          <a:xfrm>
            <a:off x="1504951" y="4075892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3</a:t>
            </a:r>
            <a:endParaRPr lang="ko-KR" altLang="en-US" dirty="0"/>
          </a:p>
        </p:txBody>
      </p:sp>
      <p:sp>
        <p:nvSpPr>
          <p:cNvPr id="12" name="타원 11"/>
          <p:cNvSpPr/>
          <p:nvPr/>
        </p:nvSpPr>
        <p:spPr>
          <a:xfrm>
            <a:off x="5942131" y="4078722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4</a:t>
            </a:r>
            <a:endParaRPr lang="ko-KR" altLang="en-US" dirty="0"/>
          </a:p>
        </p:txBody>
      </p:sp>
      <p:sp>
        <p:nvSpPr>
          <p:cNvPr id="13" name="타원 12"/>
          <p:cNvSpPr/>
          <p:nvPr/>
        </p:nvSpPr>
        <p:spPr>
          <a:xfrm>
            <a:off x="1504950" y="4534728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5</a:t>
            </a:r>
            <a:endParaRPr lang="ko-KR" altLang="en-US" dirty="0"/>
          </a:p>
        </p:txBody>
      </p:sp>
      <p:sp>
        <p:nvSpPr>
          <p:cNvPr id="10" name="타원 9"/>
          <p:cNvSpPr/>
          <p:nvPr/>
        </p:nvSpPr>
        <p:spPr>
          <a:xfrm>
            <a:off x="1504950" y="4926649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6</a:t>
            </a:r>
            <a:endParaRPr lang="ko-KR" altLang="en-US" dirty="0"/>
          </a:p>
        </p:txBody>
      </p:sp>
      <p:sp>
        <p:nvSpPr>
          <p:cNvPr id="14" name="타원 13"/>
          <p:cNvSpPr/>
          <p:nvPr/>
        </p:nvSpPr>
        <p:spPr>
          <a:xfrm>
            <a:off x="2360735" y="5720888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7</a:t>
            </a:r>
            <a:endParaRPr lang="ko-KR" altLang="en-US" dirty="0"/>
          </a:p>
        </p:txBody>
      </p:sp>
      <p:sp>
        <p:nvSpPr>
          <p:cNvPr id="15" name="타원 14"/>
          <p:cNvSpPr/>
          <p:nvPr/>
        </p:nvSpPr>
        <p:spPr>
          <a:xfrm>
            <a:off x="5045319" y="5720888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8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82713423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200516"/>
            <a:ext cx="7508630" cy="5318612"/>
          </a:xfrm>
          <a:prstGeom prst="rect">
            <a:avLst/>
          </a:prstGeom>
          <a:ln>
            <a:solidFill>
              <a:schemeClr val="tx1"/>
            </a:solidFill>
          </a:ln>
        </p:spPr>
      </p:pic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04505773"/>
              </p:ext>
            </p:extLst>
          </p:nvPr>
        </p:nvGraphicFramePr>
        <p:xfrm>
          <a:off x="0" y="0"/>
          <a:ext cx="12192000" cy="7416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1345223">
                  <a:extLst>
                    <a:ext uri="{9D8B030D-6E8A-4147-A177-3AD203B41FA5}">
                      <a16:colId xmlns:a16="http://schemas.microsoft.com/office/drawing/2014/main" val="3208971625"/>
                    </a:ext>
                  </a:extLst>
                </a:gridCol>
                <a:gridCol w="4750777">
                  <a:extLst>
                    <a:ext uri="{9D8B030D-6E8A-4147-A177-3AD203B41FA5}">
                      <a16:colId xmlns:a16="http://schemas.microsoft.com/office/drawing/2014/main" val="2054148690"/>
                    </a:ext>
                  </a:extLst>
                </a:gridCol>
                <a:gridCol w="4621823">
                  <a:extLst>
                    <a:ext uri="{9D8B030D-6E8A-4147-A177-3AD203B41FA5}">
                      <a16:colId xmlns:a16="http://schemas.microsoft.com/office/drawing/2014/main" val="1281498109"/>
                    </a:ext>
                  </a:extLst>
                </a:gridCol>
                <a:gridCol w="1474177">
                  <a:extLst>
                    <a:ext uri="{9D8B030D-6E8A-4147-A177-3AD203B41FA5}">
                      <a16:colId xmlns:a16="http://schemas.microsoft.com/office/drawing/2014/main" val="34745959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문서 코드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파일명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err="1">
                          <a:solidFill>
                            <a:schemeClr val="tx1"/>
                          </a:solidFill>
                        </a:rPr>
                        <a:t>화면명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53127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F-17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 err="1">
                          <a:solidFill>
                            <a:schemeClr val="tx1"/>
                          </a:solidFill>
                        </a:rPr>
                        <a:t>join_ok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회원가입 페이지 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- 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가입완료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하 태민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2825038"/>
                  </a:ext>
                </a:extLst>
              </a:tr>
            </a:tbl>
          </a:graphicData>
        </a:graphic>
      </p:graphicFrame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6716533"/>
              </p:ext>
            </p:extLst>
          </p:nvPr>
        </p:nvGraphicFramePr>
        <p:xfrm>
          <a:off x="7652238" y="1200516"/>
          <a:ext cx="4539762" cy="79756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744415">
                  <a:extLst>
                    <a:ext uri="{9D8B030D-6E8A-4147-A177-3AD203B41FA5}">
                      <a16:colId xmlns:a16="http://schemas.microsoft.com/office/drawing/2014/main" val="3809828884"/>
                    </a:ext>
                  </a:extLst>
                </a:gridCol>
                <a:gridCol w="791308">
                  <a:extLst>
                    <a:ext uri="{9D8B030D-6E8A-4147-A177-3AD203B41FA5}">
                      <a16:colId xmlns:a16="http://schemas.microsoft.com/office/drawing/2014/main" val="3918799943"/>
                    </a:ext>
                  </a:extLst>
                </a:gridCol>
                <a:gridCol w="3004039">
                  <a:extLst>
                    <a:ext uri="{9D8B030D-6E8A-4147-A177-3AD203B41FA5}">
                      <a16:colId xmlns:a16="http://schemas.microsoft.com/office/drawing/2014/main" val="148104643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No.1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CRUD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기능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97816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buFontTx/>
                        <a:buChar char="-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메인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marL="0" indent="0" algn="l" latinLnBrk="1">
                        <a:buFontTx/>
                        <a:buNone/>
                      </a:pPr>
                      <a:r>
                        <a:rPr lang="en-US" altLang="ko-KR" sz="1100" dirty="0" err="1">
                          <a:solidFill>
                            <a:schemeClr val="tx1"/>
                          </a:solidFill>
                        </a:rPr>
                        <a:t>url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 : index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17798759"/>
                  </a:ext>
                </a:extLst>
              </a:tr>
            </a:tbl>
          </a:graphicData>
        </a:graphic>
      </p:graphicFrame>
      <p:sp>
        <p:nvSpPr>
          <p:cNvPr id="19" name="타원 18"/>
          <p:cNvSpPr/>
          <p:nvPr/>
        </p:nvSpPr>
        <p:spPr>
          <a:xfrm>
            <a:off x="2375390" y="5723786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67894083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200517"/>
            <a:ext cx="7508630" cy="5318612"/>
          </a:xfrm>
          <a:prstGeom prst="rect">
            <a:avLst/>
          </a:prstGeom>
          <a:ln>
            <a:solidFill>
              <a:schemeClr val="tx1"/>
            </a:solidFill>
          </a:ln>
        </p:spPr>
      </p:pic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08984326"/>
              </p:ext>
            </p:extLst>
          </p:nvPr>
        </p:nvGraphicFramePr>
        <p:xfrm>
          <a:off x="0" y="0"/>
          <a:ext cx="12192000" cy="7416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1345223">
                  <a:extLst>
                    <a:ext uri="{9D8B030D-6E8A-4147-A177-3AD203B41FA5}">
                      <a16:colId xmlns:a16="http://schemas.microsoft.com/office/drawing/2014/main" val="3208971625"/>
                    </a:ext>
                  </a:extLst>
                </a:gridCol>
                <a:gridCol w="4750777">
                  <a:extLst>
                    <a:ext uri="{9D8B030D-6E8A-4147-A177-3AD203B41FA5}">
                      <a16:colId xmlns:a16="http://schemas.microsoft.com/office/drawing/2014/main" val="2054148690"/>
                    </a:ext>
                  </a:extLst>
                </a:gridCol>
                <a:gridCol w="4621823">
                  <a:extLst>
                    <a:ext uri="{9D8B030D-6E8A-4147-A177-3AD203B41FA5}">
                      <a16:colId xmlns:a16="http://schemas.microsoft.com/office/drawing/2014/main" val="1281498109"/>
                    </a:ext>
                  </a:extLst>
                </a:gridCol>
                <a:gridCol w="1474177">
                  <a:extLst>
                    <a:ext uri="{9D8B030D-6E8A-4147-A177-3AD203B41FA5}">
                      <a16:colId xmlns:a16="http://schemas.microsoft.com/office/drawing/2014/main" val="34745959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문서 코드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파일명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err="1">
                          <a:solidFill>
                            <a:schemeClr val="tx1"/>
                          </a:solidFill>
                        </a:rPr>
                        <a:t>화면명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53127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F-18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company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회사소개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하 태민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2825038"/>
                  </a:ext>
                </a:extLst>
              </a:tr>
            </a:tbl>
          </a:graphicData>
        </a:graphic>
      </p:graphicFrame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08320577"/>
              </p:ext>
            </p:extLst>
          </p:nvPr>
        </p:nvGraphicFramePr>
        <p:xfrm>
          <a:off x="7652238" y="1200516"/>
          <a:ext cx="4539762" cy="7416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744415">
                  <a:extLst>
                    <a:ext uri="{9D8B030D-6E8A-4147-A177-3AD203B41FA5}">
                      <a16:colId xmlns:a16="http://schemas.microsoft.com/office/drawing/2014/main" val="3809828884"/>
                    </a:ext>
                  </a:extLst>
                </a:gridCol>
                <a:gridCol w="791308">
                  <a:extLst>
                    <a:ext uri="{9D8B030D-6E8A-4147-A177-3AD203B41FA5}">
                      <a16:colId xmlns:a16="http://schemas.microsoft.com/office/drawing/2014/main" val="3918799943"/>
                    </a:ext>
                  </a:extLst>
                </a:gridCol>
                <a:gridCol w="3004039">
                  <a:extLst>
                    <a:ext uri="{9D8B030D-6E8A-4147-A177-3AD203B41FA5}">
                      <a16:colId xmlns:a16="http://schemas.microsoft.com/office/drawing/2014/main" val="148104643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No.1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CRUD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기능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97816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buFontTx/>
                        <a:buChar char="-"/>
                      </a:pP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1779875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918797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200516"/>
            <a:ext cx="7508630" cy="5318612"/>
          </a:xfrm>
          <a:prstGeom prst="rect">
            <a:avLst/>
          </a:prstGeom>
          <a:ln>
            <a:solidFill>
              <a:schemeClr val="tx1"/>
            </a:solidFill>
          </a:ln>
        </p:spPr>
      </p:pic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27306506"/>
              </p:ext>
            </p:extLst>
          </p:nvPr>
        </p:nvGraphicFramePr>
        <p:xfrm>
          <a:off x="0" y="0"/>
          <a:ext cx="12192000" cy="7416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1345223">
                  <a:extLst>
                    <a:ext uri="{9D8B030D-6E8A-4147-A177-3AD203B41FA5}">
                      <a16:colId xmlns:a16="http://schemas.microsoft.com/office/drawing/2014/main" val="3208971625"/>
                    </a:ext>
                  </a:extLst>
                </a:gridCol>
                <a:gridCol w="4750777">
                  <a:extLst>
                    <a:ext uri="{9D8B030D-6E8A-4147-A177-3AD203B41FA5}">
                      <a16:colId xmlns:a16="http://schemas.microsoft.com/office/drawing/2014/main" val="2054148690"/>
                    </a:ext>
                  </a:extLst>
                </a:gridCol>
                <a:gridCol w="4621823">
                  <a:extLst>
                    <a:ext uri="{9D8B030D-6E8A-4147-A177-3AD203B41FA5}">
                      <a16:colId xmlns:a16="http://schemas.microsoft.com/office/drawing/2014/main" val="1281498109"/>
                    </a:ext>
                  </a:extLst>
                </a:gridCol>
                <a:gridCol w="1474177">
                  <a:extLst>
                    <a:ext uri="{9D8B030D-6E8A-4147-A177-3AD203B41FA5}">
                      <a16:colId xmlns:a16="http://schemas.microsoft.com/office/drawing/2014/main" val="34745959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문서 코드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파일명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err="1">
                          <a:solidFill>
                            <a:schemeClr val="tx1"/>
                          </a:solidFill>
                        </a:rPr>
                        <a:t>화면명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53127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F-19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 err="1">
                          <a:solidFill>
                            <a:schemeClr val="tx1"/>
                          </a:solidFill>
                        </a:rPr>
                        <a:t>pds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자료실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하 태민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2825038"/>
                  </a:ext>
                </a:extLst>
              </a:tr>
            </a:tbl>
          </a:graphicData>
        </a:graphic>
      </p:graphicFrame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38442187"/>
              </p:ext>
            </p:extLst>
          </p:nvPr>
        </p:nvGraphicFramePr>
        <p:xfrm>
          <a:off x="7652238" y="1200516"/>
          <a:ext cx="4539762" cy="207772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744415">
                  <a:extLst>
                    <a:ext uri="{9D8B030D-6E8A-4147-A177-3AD203B41FA5}">
                      <a16:colId xmlns:a16="http://schemas.microsoft.com/office/drawing/2014/main" val="3809828884"/>
                    </a:ext>
                  </a:extLst>
                </a:gridCol>
                <a:gridCol w="791308">
                  <a:extLst>
                    <a:ext uri="{9D8B030D-6E8A-4147-A177-3AD203B41FA5}">
                      <a16:colId xmlns:a16="http://schemas.microsoft.com/office/drawing/2014/main" val="3918799943"/>
                    </a:ext>
                  </a:extLst>
                </a:gridCol>
                <a:gridCol w="3004039">
                  <a:extLst>
                    <a:ext uri="{9D8B030D-6E8A-4147-A177-3AD203B41FA5}">
                      <a16:colId xmlns:a16="http://schemas.microsoft.com/office/drawing/2014/main" val="148104643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No.1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CRUD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기능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97816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buFontTx/>
                        <a:buChar char="-"/>
                      </a:pPr>
                      <a:r>
                        <a:rPr lang="ko-KR" altLang="en-US" sz="1100" dirty="0" err="1">
                          <a:solidFill>
                            <a:schemeClr val="tx1"/>
                          </a:solidFill>
                        </a:rPr>
                        <a:t>드롭박스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제목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도서명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788800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buFontTx/>
                        <a:buChar char="-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자료실 검색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48859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buFontTx/>
                        <a:buChar char="-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자료실 컨텐츠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171450" indent="-171450" algn="l" latinLnBrk="1">
                        <a:buFontTx/>
                        <a:buChar char="-"/>
                      </a:pP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171450" indent="-171450" algn="l" latinLnBrk="1">
                        <a:buFontTx/>
                        <a:buChar char="-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한 페이지당</a:t>
                      </a: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컨텐츠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6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개 출력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92375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buFontTx/>
                        <a:buChar char="-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페이지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78950322"/>
                  </a:ext>
                </a:extLst>
              </a:tr>
            </a:tbl>
          </a:graphicData>
        </a:graphic>
      </p:graphicFrame>
      <p:sp>
        <p:nvSpPr>
          <p:cNvPr id="19" name="타원 18"/>
          <p:cNvSpPr/>
          <p:nvPr/>
        </p:nvSpPr>
        <p:spPr>
          <a:xfrm>
            <a:off x="4599845" y="3050924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20" name="타원 19"/>
          <p:cNvSpPr/>
          <p:nvPr/>
        </p:nvSpPr>
        <p:spPr>
          <a:xfrm>
            <a:off x="7129095" y="3050924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22" name="타원 21"/>
          <p:cNvSpPr/>
          <p:nvPr/>
        </p:nvSpPr>
        <p:spPr>
          <a:xfrm>
            <a:off x="555381" y="3661997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3</a:t>
            </a:r>
            <a:endParaRPr lang="ko-KR" altLang="en-US" dirty="0"/>
          </a:p>
        </p:txBody>
      </p:sp>
      <p:sp>
        <p:nvSpPr>
          <p:cNvPr id="16" name="타원 15"/>
          <p:cNvSpPr/>
          <p:nvPr/>
        </p:nvSpPr>
        <p:spPr>
          <a:xfrm>
            <a:off x="2812069" y="6074576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4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62717252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200516"/>
            <a:ext cx="7508629" cy="5318611"/>
          </a:xfrm>
          <a:prstGeom prst="rect">
            <a:avLst/>
          </a:prstGeom>
          <a:ln>
            <a:solidFill>
              <a:schemeClr val="tx1"/>
            </a:solidFill>
          </a:ln>
        </p:spPr>
      </p:pic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81851814"/>
              </p:ext>
            </p:extLst>
          </p:nvPr>
        </p:nvGraphicFramePr>
        <p:xfrm>
          <a:off x="0" y="0"/>
          <a:ext cx="12192000" cy="7416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1345223">
                  <a:extLst>
                    <a:ext uri="{9D8B030D-6E8A-4147-A177-3AD203B41FA5}">
                      <a16:colId xmlns:a16="http://schemas.microsoft.com/office/drawing/2014/main" val="3208971625"/>
                    </a:ext>
                  </a:extLst>
                </a:gridCol>
                <a:gridCol w="4750777">
                  <a:extLst>
                    <a:ext uri="{9D8B030D-6E8A-4147-A177-3AD203B41FA5}">
                      <a16:colId xmlns:a16="http://schemas.microsoft.com/office/drawing/2014/main" val="2054148690"/>
                    </a:ext>
                  </a:extLst>
                </a:gridCol>
                <a:gridCol w="4621823">
                  <a:extLst>
                    <a:ext uri="{9D8B030D-6E8A-4147-A177-3AD203B41FA5}">
                      <a16:colId xmlns:a16="http://schemas.microsoft.com/office/drawing/2014/main" val="1281498109"/>
                    </a:ext>
                  </a:extLst>
                </a:gridCol>
                <a:gridCol w="1474177">
                  <a:extLst>
                    <a:ext uri="{9D8B030D-6E8A-4147-A177-3AD203B41FA5}">
                      <a16:colId xmlns:a16="http://schemas.microsoft.com/office/drawing/2014/main" val="34745959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문서 코드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파일명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err="1">
                          <a:solidFill>
                            <a:schemeClr val="tx1"/>
                          </a:solidFill>
                        </a:rPr>
                        <a:t>화면명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53127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F-20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 err="1">
                          <a:solidFill>
                            <a:schemeClr val="tx1"/>
                          </a:solidFill>
                        </a:rPr>
                        <a:t>ans_board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질문답변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하 태민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2825038"/>
                  </a:ext>
                </a:extLst>
              </a:tr>
            </a:tbl>
          </a:graphicData>
        </a:graphic>
      </p:graphicFrame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76396443"/>
              </p:ext>
            </p:extLst>
          </p:nvPr>
        </p:nvGraphicFramePr>
        <p:xfrm>
          <a:off x="7652238" y="1200516"/>
          <a:ext cx="4539762" cy="241300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744415">
                  <a:extLst>
                    <a:ext uri="{9D8B030D-6E8A-4147-A177-3AD203B41FA5}">
                      <a16:colId xmlns:a16="http://schemas.microsoft.com/office/drawing/2014/main" val="3809828884"/>
                    </a:ext>
                  </a:extLst>
                </a:gridCol>
                <a:gridCol w="791308">
                  <a:extLst>
                    <a:ext uri="{9D8B030D-6E8A-4147-A177-3AD203B41FA5}">
                      <a16:colId xmlns:a16="http://schemas.microsoft.com/office/drawing/2014/main" val="3918799943"/>
                    </a:ext>
                  </a:extLst>
                </a:gridCol>
                <a:gridCol w="3004039">
                  <a:extLst>
                    <a:ext uri="{9D8B030D-6E8A-4147-A177-3AD203B41FA5}">
                      <a16:colId xmlns:a16="http://schemas.microsoft.com/office/drawing/2014/main" val="148104643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No.1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CRUD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기능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97816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buFontTx/>
                        <a:buChar char="-"/>
                      </a:pPr>
                      <a:r>
                        <a:rPr lang="ko-KR" altLang="en-US" sz="1100" dirty="0" err="1">
                          <a:solidFill>
                            <a:schemeClr val="tx1"/>
                          </a:solidFill>
                        </a:rPr>
                        <a:t>드롭박스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제목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글쓴이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788800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buFontTx/>
                        <a:buChar char="-"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Q&amp;A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 검색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48859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buFontTx/>
                        <a:buChar char="-"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Q&amp;A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 게시판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171450" indent="-171450" algn="l" latinLnBrk="1">
                        <a:buFontTx/>
                        <a:buChar char="-"/>
                      </a:pP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171450" indent="-171450" algn="l" latinLnBrk="1">
                        <a:buFontTx/>
                        <a:buChar char="-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한 페이지당</a:t>
                      </a: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컨텐츠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10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개 출력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marL="171450" indent="-171450" algn="l" latinLnBrk="1">
                        <a:buFontTx/>
                        <a:buChar char="-"/>
                      </a:pP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171450" indent="-171450" algn="l" latinLnBrk="1">
                        <a:buFontTx/>
                        <a:buChar char="-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제목 클릭 시 관련 게시판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92375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buFontTx/>
                        <a:buChar char="-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페이지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78950322"/>
                  </a:ext>
                </a:extLst>
              </a:tr>
            </a:tbl>
          </a:graphicData>
        </a:graphic>
      </p:graphicFrame>
      <p:sp>
        <p:nvSpPr>
          <p:cNvPr id="19" name="타원 18"/>
          <p:cNvSpPr/>
          <p:nvPr/>
        </p:nvSpPr>
        <p:spPr>
          <a:xfrm>
            <a:off x="4599842" y="3050924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20" name="타원 19"/>
          <p:cNvSpPr/>
          <p:nvPr/>
        </p:nvSpPr>
        <p:spPr>
          <a:xfrm>
            <a:off x="7129091" y="3050924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22" name="타원 21"/>
          <p:cNvSpPr/>
          <p:nvPr/>
        </p:nvSpPr>
        <p:spPr>
          <a:xfrm>
            <a:off x="555381" y="3661997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3</a:t>
            </a:r>
            <a:endParaRPr lang="ko-KR" altLang="en-US" dirty="0"/>
          </a:p>
        </p:txBody>
      </p:sp>
      <p:sp>
        <p:nvSpPr>
          <p:cNvPr id="16" name="타원 15"/>
          <p:cNvSpPr/>
          <p:nvPr/>
        </p:nvSpPr>
        <p:spPr>
          <a:xfrm>
            <a:off x="2759317" y="6065784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4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96069148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200516"/>
            <a:ext cx="7508629" cy="5318611"/>
          </a:xfrm>
          <a:prstGeom prst="rect">
            <a:avLst/>
          </a:prstGeom>
          <a:ln>
            <a:solidFill>
              <a:schemeClr val="tx1"/>
            </a:solidFill>
          </a:ln>
        </p:spPr>
      </p:pic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51174495"/>
              </p:ext>
            </p:extLst>
          </p:nvPr>
        </p:nvGraphicFramePr>
        <p:xfrm>
          <a:off x="0" y="0"/>
          <a:ext cx="12192000" cy="7416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1345223">
                  <a:extLst>
                    <a:ext uri="{9D8B030D-6E8A-4147-A177-3AD203B41FA5}">
                      <a16:colId xmlns:a16="http://schemas.microsoft.com/office/drawing/2014/main" val="3208971625"/>
                    </a:ext>
                  </a:extLst>
                </a:gridCol>
                <a:gridCol w="4750777">
                  <a:extLst>
                    <a:ext uri="{9D8B030D-6E8A-4147-A177-3AD203B41FA5}">
                      <a16:colId xmlns:a16="http://schemas.microsoft.com/office/drawing/2014/main" val="2054148690"/>
                    </a:ext>
                  </a:extLst>
                </a:gridCol>
                <a:gridCol w="4621823">
                  <a:extLst>
                    <a:ext uri="{9D8B030D-6E8A-4147-A177-3AD203B41FA5}">
                      <a16:colId xmlns:a16="http://schemas.microsoft.com/office/drawing/2014/main" val="1281498109"/>
                    </a:ext>
                  </a:extLst>
                </a:gridCol>
                <a:gridCol w="1474177">
                  <a:extLst>
                    <a:ext uri="{9D8B030D-6E8A-4147-A177-3AD203B41FA5}">
                      <a16:colId xmlns:a16="http://schemas.microsoft.com/office/drawing/2014/main" val="34745959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문서 코드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파일명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err="1">
                          <a:solidFill>
                            <a:schemeClr val="tx1"/>
                          </a:solidFill>
                        </a:rPr>
                        <a:t>화면명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53127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F-21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online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동영상 강의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하 태민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2825038"/>
                  </a:ext>
                </a:extLst>
              </a:tr>
            </a:tbl>
          </a:graphicData>
        </a:graphic>
      </p:graphicFrame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14971851"/>
              </p:ext>
            </p:extLst>
          </p:nvPr>
        </p:nvGraphicFramePr>
        <p:xfrm>
          <a:off x="7652238" y="1200516"/>
          <a:ext cx="4539762" cy="258064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744415">
                  <a:extLst>
                    <a:ext uri="{9D8B030D-6E8A-4147-A177-3AD203B41FA5}">
                      <a16:colId xmlns:a16="http://schemas.microsoft.com/office/drawing/2014/main" val="3809828884"/>
                    </a:ext>
                  </a:extLst>
                </a:gridCol>
                <a:gridCol w="791308">
                  <a:extLst>
                    <a:ext uri="{9D8B030D-6E8A-4147-A177-3AD203B41FA5}">
                      <a16:colId xmlns:a16="http://schemas.microsoft.com/office/drawing/2014/main" val="3918799943"/>
                    </a:ext>
                  </a:extLst>
                </a:gridCol>
                <a:gridCol w="3004039">
                  <a:extLst>
                    <a:ext uri="{9D8B030D-6E8A-4147-A177-3AD203B41FA5}">
                      <a16:colId xmlns:a16="http://schemas.microsoft.com/office/drawing/2014/main" val="148104643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No.1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CRUD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기능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97816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buFontTx/>
                        <a:buChar char="-"/>
                      </a:pPr>
                      <a:r>
                        <a:rPr lang="ko-KR" altLang="en-US" sz="1100" dirty="0" err="1">
                          <a:solidFill>
                            <a:schemeClr val="tx1"/>
                          </a:solidFill>
                        </a:rPr>
                        <a:t>드롭박스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제목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도서명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788800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buFontTx/>
                        <a:buChar char="-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강의 검색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48859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buFontTx/>
                        <a:buChar char="-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동영상 강의 컨텐츠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171450" indent="-171450" algn="l" latinLnBrk="1">
                        <a:buFontTx/>
                        <a:buChar char="-"/>
                      </a:pP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171450" indent="-171450" algn="l" latinLnBrk="1">
                        <a:buFontTx/>
                        <a:buChar char="-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한 페이지당</a:t>
                      </a: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컨텐츠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6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개 출력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marL="171450" indent="-171450" algn="l" latinLnBrk="1">
                        <a:buFontTx/>
                        <a:buChar char="-"/>
                      </a:pP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171450" indent="-171450" algn="l" latinLnBrk="1">
                        <a:buFontTx/>
                        <a:buChar char="-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제목 또는 이미지 클릭 시 관련 유튜브 주소로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92375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buFontTx/>
                        <a:buChar char="-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페이지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78950322"/>
                  </a:ext>
                </a:extLst>
              </a:tr>
            </a:tbl>
          </a:graphicData>
        </a:graphic>
      </p:graphicFrame>
      <p:sp>
        <p:nvSpPr>
          <p:cNvPr id="19" name="타원 18"/>
          <p:cNvSpPr/>
          <p:nvPr/>
        </p:nvSpPr>
        <p:spPr>
          <a:xfrm>
            <a:off x="4599839" y="3050924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20" name="타원 19"/>
          <p:cNvSpPr/>
          <p:nvPr/>
        </p:nvSpPr>
        <p:spPr>
          <a:xfrm>
            <a:off x="7129089" y="3050924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22" name="타원 21"/>
          <p:cNvSpPr/>
          <p:nvPr/>
        </p:nvSpPr>
        <p:spPr>
          <a:xfrm>
            <a:off x="555381" y="3661997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3</a:t>
            </a:r>
            <a:endParaRPr lang="ko-KR" altLang="en-US" dirty="0"/>
          </a:p>
        </p:txBody>
      </p:sp>
      <p:sp>
        <p:nvSpPr>
          <p:cNvPr id="16" name="타원 15"/>
          <p:cNvSpPr/>
          <p:nvPr/>
        </p:nvSpPr>
        <p:spPr>
          <a:xfrm>
            <a:off x="2812069" y="6074576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4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24621444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319</TotalTime>
  <Words>890</Words>
  <Application>Microsoft Office PowerPoint</Application>
  <PresentationFormat>와이드스크린</PresentationFormat>
  <Paragraphs>365</Paragraphs>
  <Slides>16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16</vt:i4>
      </vt:variant>
    </vt:vector>
  </HeadingPairs>
  <TitlesOfParts>
    <vt:vector size="19" baseType="lpstr"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Ha Tae Min</dc:creator>
  <cp:lastModifiedBy>GDJ25</cp:lastModifiedBy>
  <cp:revision>44</cp:revision>
  <dcterms:created xsi:type="dcterms:W3CDTF">2020-05-04T01:46:29Z</dcterms:created>
  <dcterms:modified xsi:type="dcterms:W3CDTF">2020-05-27T09:08:20Z</dcterms:modified>
</cp:coreProperties>
</file>