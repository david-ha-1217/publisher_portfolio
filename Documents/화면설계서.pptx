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9" r:id="rId2"/>
    <p:sldId id="274" r:id="rId3"/>
    <p:sldId id="275" r:id="rId4"/>
    <p:sldId id="276" r:id="rId5"/>
    <p:sldId id="277" r:id="rId6"/>
    <p:sldId id="278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9" r:id="rId16"/>
    <p:sldId id="288" r:id="rId17"/>
    <p:sldId id="290" r:id="rId18"/>
    <p:sldId id="265" r:id="rId19"/>
    <p:sldId id="268" r:id="rId20"/>
    <p:sldId id="267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A61BD-85B6-4952-8352-7323239EDB97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32DDA-6556-4D29-A2FC-977086473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545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34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812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000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29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31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89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368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497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29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96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833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F10A2-1868-4C8C-9F00-753B47F5FC10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66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27993" y="1318846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/>
              <a:t>Taemin’s</a:t>
            </a:r>
            <a:r>
              <a:rPr lang="en-US" altLang="ko-KR" sz="4000" b="1" dirty="0"/>
              <a:t> Portfolio</a:t>
            </a:r>
            <a:endParaRPr lang="ko-KR" altLang="en-US" b="1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64E0416-A845-4E24-B8B1-7C1615981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071580"/>
              </p:ext>
            </p:extLst>
          </p:nvPr>
        </p:nvGraphicFramePr>
        <p:xfrm>
          <a:off x="325319" y="5527236"/>
          <a:ext cx="1155016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541">
                  <a:extLst>
                    <a:ext uri="{9D8B030D-6E8A-4147-A177-3AD203B41FA5}">
                      <a16:colId xmlns:a16="http://schemas.microsoft.com/office/drawing/2014/main" val="2952067407"/>
                    </a:ext>
                  </a:extLst>
                </a:gridCol>
                <a:gridCol w="2887541">
                  <a:extLst>
                    <a:ext uri="{9D8B030D-6E8A-4147-A177-3AD203B41FA5}">
                      <a16:colId xmlns:a16="http://schemas.microsoft.com/office/drawing/2014/main" val="4019793381"/>
                    </a:ext>
                  </a:extLst>
                </a:gridCol>
                <a:gridCol w="2887541">
                  <a:extLst>
                    <a:ext uri="{9D8B030D-6E8A-4147-A177-3AD203B41FA5}">
                      <a16:colId xmlns:a16="http://schemas.microsoft.com/office/drawing/2014/main" val="144326858"/>
                    </a:ext>
                  </a:extLst>
                </a:gridCol>
                <a:gridCol w="2887541">
                  <a:extLst>
                    <a:ext uri="{9D8B030D-6E8A-4147-A177-3AD203B41FA5}">
                      <a16:colId xmlns:a16="http://schemas.microsoft.com/office/drawing/2014/main" val="3945122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Document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Document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 Version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Last Updated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749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화면설계서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2020-05-16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1395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27BD977-8B99-4E77-AE8D-FD44ADDE171B}"/>
              </a:ext>
            </a:extLst>
          </p:cNvPr>
          <p:cNvSpPr txBox="1"/>
          <p:nvPr/>
        </p:nvSpPr>
        <p:spPr>
          <a:xfrm>
            <a:off x="7850427" y="538451"/>
            <a:ext cx="4341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Publisher Website Project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576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Contents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34205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서비스 개요</a:t>
            </a:r>
            <a:endParaRPr lang="ko-KR" altLang="en-US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972396"/>
              </p:ext>
            </p:extLst>
          </p:nvPr>
        </p:nvGraphicFramePr>
        <p:xfrm>
          <a:off x="325319" y="1490691"/>
          <a:ext cx="1155016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967">
                  <a:extLst>
                    <a:ext uri="{9D8B030D-6E8A-4147-A177-3AD203B41FA5}">
                      <a16:colId xmlns:a16="http://schemas.microsoft.com/office/drawing/2014/main" val="484599276"/>
                    </a:ext>
                  </a:extLst>
                </a:gridCol>
                <a:gridCol w="9506195">
                  <a:extLst>
                    <a:ext uri="{9D8B030D-6E8A-4147-A177-3AD203B41FA5}">
                      <a16:colId xmlns:a16="http://schemas.microsoft.com/office/drawing/2014/main" val="1699255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44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기획 배경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873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기획 목적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498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기대 효과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487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기능 요약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258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기타 사항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231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866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Document History</a:t>
            </a:r>
            <a:endParaRPr lang="ko-KR" altLang="en-US" sz="4000" b="1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482419"/>
              </p:ext>
            </p:extLst>
          </p:nvPr>
        </p:nvGraphicFramePr>
        <p:xfrm>
          <a:off x="219403" y="1485899"/>
          <a:ext cx="1188467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395">
                  <a:extLst>
                    <a:ext uri="{9D8B030D-6E8A-4147-A177-3AD203B41FA5}">
                      <a16:colId xmlns:a16="http://schemas.microsoft.com/office/drawing/2014/main" val="2796983598"/>
                    </a:ext>
                  </a:extLst>
                </a:gridCol>
                <a:gridCol w="2018395">
                  <a:extLst>
                    <a:ext uri="{9D8B030D-6E8A-4147-A177-3AD203B41FA5}">
                      <a16:colId xmlns:a16="http://schemas.microsoft.com/office/drawing/2014/main" val="2737301553"/>
                    </a:ext>
                  </a:extLst>
                </a:gridCol>
                <a:gridCol w="1645569">
                  <a:extLst>
                    <a:ext uri="{9D8B030D-6E8A-4147-A177-3AD203B41FA5}">
                      <a16:colId xmlns:a16="http://schemas.microsoft.com/office/drawing/2014/main" val="1146555182"/>
                    </a:ext>
                  </a:extLst>
                </a:gridCol>
                <a:gridCol w="3119728">
                  <a:extLst>
                    <a:ext uri="{9D8B030D-6E8A-4147-A177-3AD203B41FA5}">
                      <a16:colId xmlns:a16="http://schemas.microsoft.com/office/drawing/2014/main" val="1783202403"/>
                    </a:ext>
                  </a:extLst>
                </a:gridCol>
                <a:gridCol w="1619858">
                  <a:extLst>
                    <a:ext uri="{9D8B030D-6E8A-4147-A177-3AD203B41FA5}">
                      <a16:colId xmlns:a16="http://schemas.microsoft.com/office/drawing/2014/main" val="3182021886"/>
                    </a:ext>
                  </a:extLst>
                </a:gridCol>
                <a:gridCol w="1462728">
                  <a:extLst>
                    <a:ext uri="{9D8B030D-6E8A-4147-A177-3AD203B41FA5}">
                      <a16:colId xmlns:a16="http://schemas.microsoft.com/office/drawing/2014/main" val="163539229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Publisher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Storyboard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85640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225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2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설계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&amp;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기획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화면설계서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2020-05-16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9867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버 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392813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6485"/>
              </p:ext>
            </p:extLst>
          </p:nvPr>
        </p:nvGraphicFramePr>
        <p:xfrm>
          <a:off x="219403" y="2714092"/>
          <a:ext cx="11884673" cy="2584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873">
                  <a:extLst>
                    <a:ext uri="{9D8B030D-6E8A-4147-A177-3AD203B41FA5}">
                      <a16:colId xmlns:a16="http://schemas.microsoft.com/office/drawing/2014/main" val="2587860644"/>
                    </a:ext>
                  </a:extLst>
                </a:gridCol>
                <a:gridCol w="1568434">
                  <a:extLst>
                    <a:ext uri="{9D8B030D-6E8A-4147-A177-3AD203B41FA5}">
                      <a16:colId xmlns:a16="http://schemas.microsoft.com/office/drawing/2014/main" val="3077660191"/>
                    </a:ext>
                  </a:extLst>
                </a:gridCol>
                <a:gridCol w="7413638">
                  <a:extLst>
                    <a:ext uri="{9D8B030D-6E8A-4147-A177-3AD203B41FA5}">
                      <a16:colId xmlns:a16="http://schemas.microsoft.com/office/drawing/2014/main" val="1147936979"/>
                    </a:ext>
                  </a:extLst>
                </a:gridCol>
                <a:gridCol w="1462728">
                  <a:extLst>
                    <a:ext uri="{9D8B030D-6E8A-4147-A177-3AD203B41FA5}">
                      <a16:colId xmlns:a16="http://schemas.microsoft.com/office/drawing/2014/main" val="811645528"/>
                    </a:ext>
                  </a:extLst>
                </a:gridCol>
              </a:tblGrid>
              <a:tr h="3489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버 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일 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설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869805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2020-05-04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화면설계서</a:t>
                      </a:r>
                      <a:r>
                        <a:rPr lang="ko-KR" altLang="en-US" sz="16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75596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2020-05-16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표지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이력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목차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기획의도 추가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화면설계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수정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(index,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company,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pds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online,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ans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aseline="0" dirty="0">
                          <a:solidFill>
                            <a:schemeClr val="tx1"/>
                          </a:solidFill>
                        </a:rPr>
                        <a:t>화면설계 추가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(directions, books,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books_cnt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online_cnt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ans_cnt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admin,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alt_user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del_user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913625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558192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568577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820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610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27993" y="1318846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화면 설계</a:t>
            </a:r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09EF5-10EA-4859-944D-F942848224E2}"/>
              </a:ext>
            </a:extLst>
          </p:cNvPr>
          <p:cNvSpPr txBox="1"/>
          <p:nvPr/>
        </p:nvSpPr>
        <p:spPr>
          <a:xfrm>
            <a:off x="7850427" y="538451"/>
            <a:ext cx="4341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Publisher Website Project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4290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198801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PS-front-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781300"/>
              </p:ext>
            </p:extLst>
          </p:nvPr>
        </p:nvGraphicFramePr>
        <p:xfrm>
          <a:off x="7292972" y="793154"/>
          <a:ext cx="4899028" cy="444214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LOGO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회원가입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마이페이지로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관리페이지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관리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로그인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로그아웃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상단 탭 메뉴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각 메뉴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창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저자 등 검색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결과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자료실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동영상 강의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18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로고 및 주소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저작권 정보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717693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BFD04F46-604E-422A-99B4-C8337B4D3951}"/>
              </a:ext>
            </a:extLst>
          </p:cNvPr>
          <p:cNvGrpSpPr/>
          <p:nvPr/>
        </p:nvGrpSpPr>
        <p:grpSpPr>
          <a:xfrm>
            <a:off x="0" y="793233"/>
            <a:ext cx="7195624" cy="1009270"/>
            <a:chOff x="0" y="793154"/>
            <a:chExt cx="7195624" cy="100927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3431"/>
            <a:stretch/>
          </p:blipFill>
          <p:spPr>
            <a:xfrm>
              <a:off x="0" y="793154"/>
              <a:ext cx="7195624" cy="100487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타원 8"/>
            <p:cNvSpPr/>
            <p:nvPr/>
          </p:nvSpPr>
          <p:spPr>
            <a:xfrm>
              <a:off x="2377440" y="1025862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10" name="타원 9"/>
            <p:cNvSpPr/>
            <p:nvPr/>
          </p:nvSpPr>
          <p:spPr>
            <a:xfrm>
              <a:off x="5463248" y="1025862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58908" y="1432304"/>
              <a:ext cx="5070441" cy="3701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86381" y="1025862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734409" y="949569"/>
              <a:ext cx="1661746" cy="4075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/>
            <p:cNvSpPr/>
            <p:nvPr/>
          </p:nvSpPr>
          <p:spPr>
            <a:xfrm>
              <a:off x="136280" y="1489875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16" name="타원 15"/>
            <p:cNvSpPr/>
            <p:nvPr/>
          </p:nvSpPr>
          <p:spPr>
            <a:xfrm>
              <a:off x="6486992" y="1485895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9A356AF-A7B6-46EF-8246-D1EDD93E8D73}"/>
                </a:ext>
              </a:extLst>
            </p:cNvPr>
            <p:cNvSpPr/>
            <p:nvPr/>
          </p:nvSpPr>
          <p:spPr>
            <a:xfrm>
              <a:off x="5226698" y="1427649"/>
              <a:ext cx="1705326" cy="3701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7241223-81D0-48E2-8033-4B4CB11779B9}"/>
              </a:ext>
            </a:extLst>
          </p:cNvPr>
          <p:cNvSpPr txBox="1"/>
          <p:nvPr/>
        </p:nvSpPr>
        <p:spPr>
          <a:xfrm>
            <a:off x="58908" y="1040656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0000FF"/>
                </a:solidFill>
              </a:rPr>
              <a:t>헤더 영역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73456B5-61B7-43D8-8285-033F34E957E5}"/>
              </a:ext>
            </a:extLst>
          </p:cNvPr>
          <p:cNvGrpSpPr/>
          <p:nvPr/>
        </p:nvGrpSpPr>
        <p:grpSpPr>
          <a:xfrm>
            <a:off x="0" y="4645757"/>
            <a:ext cx="7195624" cy="957055"/>
            <a:chOff x="0" y="4645757"/>
            <a:chExt cx="7195624" cy="95705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F57374E1-3E35-4778-94D7-610B30774E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220"/>
            <a:stretch/>
          </p:blipFill>
          <p:spPr>
            <a:xfrm>
              <a:off x="0" y="4645757"/>
              <a:ext cx="7195624" cy="95705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8" name="타원 17"/>
            <p:cNvSpPr/>
            <p:nvPr/>
          </p:nvSpPr>
          <p:spPr>
            <a:xfrm>
              <a:off x="136282" y="4682170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58909" y="4645760"/>
              <a:ext cx="7077807" cy="88671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FF934C-7F4D-4780-BE04-DE7A4B15F46C}"/>
                </a:ext>
              </a:extLst>
            </p:cNvPr>
            <p:cNvSpPr txBox="1"/>
            <p:nvPr/>
          </p:nvSpPr>
          <p:spPr>
            <a:xfrm>
              <a:off x="58908" y="5198769"/>
              <a:ext cx="10775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>
                  <a:solidFill>
                    <a:srgbClr val="0000FF"/>
                  </a:solidFill>
                </a:rPr>
                <a:t>푸터</a:t>
              </a:r>
              <a:r>
                <a:rPr lang="ko-KR" altLang="en-US" sz="1600" b="1" dirty="0">
                  <a:solidFill>
                    <a:srgbClr val="0000FF"/>
                  </a:solidFill>
                </a:rPr>
                <a:t> 영역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5AE743B-34E5-4684-BF82-BB8992A5C349}"/>
              </a:ext>
            </a:extLst>
          </p:cNvPr>
          <p:cNvGrpSpPr/>
          <p:nvPr/>
        </p:nvGrpSpPr>
        <p:grpSpPr>
          <a:xfrm>
            <a:off x="0" y="1881051"/>
            <a:ext cx="7195625" cy="2694369"/>
            <a:chOff x="0" y="1881051"/>
            <a:chExt cx="7195625" cy="2694369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31AC7B0-23F5-426E-B6D0-A6D0D630E938}"/>
                </a:ext>
              </a:extLst>
            </p:cNvPr>
            <p:cNvSpPr/>
            <p:nvPr/>
          </p:nvSpPr>
          <p:spPr>
            <a:xfrm>
              <a:off x="1" y="1881051"/>
              <a:ext cx="7195624" cy="26943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4D8D1471-8277-40C9-A223-7AD4448D2B77}"/>
                </a:ext>
              </a:extLst>
            </p:cNvPr>
            <p:cNvGrpSpPr/>
            <p:nvPr/>
          </p:nvGrpSpPr>
          <p:grpSpPr>
            <a:xfrm>
              <a:off x="0" y="1881051"/>
              <a:ext cx="7195624" cy="2694369"/>
              <a:chOff x="0" y="1881051"/>
              <a:chExt cx="7195624" cy="2694369"/>
            </a:xfrm>
          </p:grpSpPr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C7DF8FC0-B8D7-4773-90AC-07AC39E14F0C}"/>
                  </a:ext>
                </a:extLst>
              </p:cNvPr>
              <p:cNvCxnSpPr/>
              <p:nvPr/>
            </p:nvCxnSpPr>
            <p:spPr>
              <a:xfrm>
                <a:off x="0" y="1881051"/>
                <a:ext cx="7195624" cy="26943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65DCF5E2-936E-45DE-837C-F509CA13E4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0" y="1891246"/>
                <a:ext cx="7195624" cy="268417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66733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564705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PS-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front_main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index.html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27186"/>
              </p:ext>
            </p:extLst>
          </p:nvPr>
        </p:nvGraphicFramePr>
        <p:xfrm>
          <a:off x="7292972" y="793154"/>
          <a:ext cx="4899028" cy="25349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 소개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표지 클릭 시 상세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공지사항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이벤트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Title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클릭 시 상세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배너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이벤트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관련 이미지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배너 클릭 시 상세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SNS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출판사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SNS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65" b="16916"/>
          <a:stretch/>
        </p:blipFill>
        <p:spPr>
          <a:xfrm>
            <a:off x="0" y="793154"/>
            <a:ext cx="7195624" cy="40342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EC87F9-876A-459E-8432-C0A66997EC63}"/>
              </a:ext>
            </a:extLst>
          </p:cNvPr>
          <p:cNvSpPr/>
          <p:nvPr/>
        </p:nvSpPr>
        <p:spPr>
          <a:xfrm>
            <a:off x="156672" y="879978"/>
            <a:ext cx="6914688" cy="19851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C18637-D52A-4A1C-978E-6950D53A9BB2}"/>
              </a:ext>
            </a:extLst>
          </p:cNvPr>
          <p:cNvSpPr/>
          <p:nvPr/>
        </p:nvSpPr>
        <p:spPr>
          <a:xfrm>
            <a:off x="156672" y="2953004"/>
            <a:ext cx="3474802" cy="1749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2FF848-31DE-4542-A516-14084DDEBD93}"/>
              </a:ext>
            </a:extLst>
          </p:cNvPr>
          <p:cNvSpPr/>
          <p:nvPr/>
        </p:nvSpPr>
        <p:spPr>
          <a:xfrm>
            <a:off x="3849189" y="2950456"/>
            <a:ext cx="2316480" cy="1749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B83BEC-B702-468F-9D65-B782E77DBFF7}"/>
              </a:ext>
            </a:extLst>
          </p:cNvPr>
          <p:cNvSpPr/>
          <p:nvPr/>
        </p:nvSpPr>
        <p:spPr>
          <a:xfrm>
            <a:off x="6221312" y="2955818"/>
            <a:ext cx="449454" cy="1749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C47E3F3-8AA3-4F8D-8503-173F18E25F63}"/>
              </a:ext>
            </a:extLst>
          </p:cNvPr>
          <p:cNvSpPr/>
          <p:nvPr/>
        </p:nvSpPr>
        <p:spPr>
          <a:xfrm>
            <a:off x="174169" y="90402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182877" y="298101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D408BF1-A613-4FF9-B958-57DC5BB80A6C}"/>
              </a:ext>
            </a:extLst>
          </p:cNvPr>
          <p:cNvSpPr/>
          <p:nvPr/>
        </p:nvSpPr>
        <p:spPr>
          <a:xfrm>
            <a:off x="3882765" y="297325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05940ED-54E8-4AFC-8132-A36AF0A11129}"/>
              </a:ext>
            </a:extLst>
          </p:cNvPr>
          <p:cNvSpPr/>
          <p:nvPr/>
        </p:nvSpPr>
        <p:spPr>
          <a:xfrm>
            <a:off x="6247186" y="297893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2700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188C952-B51C-40B0-BA6A-59A55372BD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09" b="16347"/>
          <a:stretch/>
        </p:blipFill>
        <p:spPr>
          <a:xfrm>
            <a:off x="0" y="793154"/>
            <a:ext cx="7196400" cy="4014651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362593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F-13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login_form.html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890203"/>
              </p:ext>
            </p:extLst>
          </p:nvPr>
        </p:nvGraphicFramePr>
        <p:xfrm>
          <a:off x="7292972" y="793154"/>
          <a:ext cx="4899028" cy="355568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아이디 저장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클릭 시 다음 로그인 할 때 아이디 자동 입력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로그인 성공 시 메인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찾기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찾기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563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찾기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찾기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154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 가입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약관 동의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857812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EC87F9-876A-459E-8432-C0A66997EC63}"/>
              </a:ext>
            </a:extLst>
          </p:cNvPr>
          <p:cNvSpPr/>
          <p:nvPr/>
        </p:nvSpPr>
        <p:spPr>
          <a:xfrm>
            <a:off x="2255438" y="1877477"/>
            <a:ext cx="2664905" cy="369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2FF848-31DE-4542-A516-14084DDEBD93}"/>
              </a:ext>
            </a:extLst>
          </p:cNvPr>
          <p:cNvSpPr/>
          <p:nvPr/>
        </p:nvSpPr>
        <p:spPr>
          <a:xfrm>
            <a:off x="2255438" y="2758219"/>
            <a:ext cx="818688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B83BEC-B702-468F-9D65-B782E77DBFF7}"/>
              </a:ext>
            </a:extLst>
          </p:cNvPr>
          <p:cNvSpPr/>
          <p:nvPr/>
        </p:nvSpPr>
        <p:spPr>
          <a:xfrm>
            <a:off x="4101656" y="2852854"/>
            <a:ext cx="818687" cy="417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C47E3F3-8AA3-4F8D-8503-173F18E25F63}"/>
              </a:ext>
            </a:extLst>
          </p:cNvPr>
          <p:cNvSpPr/>
          <p:nvPr/>
        </p:nvSpPr>
        <p:spPr>
          <a:xfrm>
            <a:off x="1903889" y="193312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1906925" y="240331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D408BF1-A613-4FF9-B958-57DC5BB80A6C}"/>
              </a:ext>
            </a:extLst>
          </p:cNvPr>
          <p:cNvSpPr/>
          <p:nvPr/>
        </p:nvSpPr>
        <p:spPr>
          <a:xfrm>
            <a:off x="1903889" y="2755209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05940ED-54E8-4AFC-8132-A36AF0A11129}"/>
              </a:ext>
            </a:extLst>
          </p:cNvPr>
          <p:cNvSpPr/>
          <p:nvPr/>
        </p:nvSpPr>
        <p:spPr>
          <a:xfrm>
            <a:off x="3750107" y="293407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194D3F-D413-4165-AFA3-149AEE66C30F}"/>
              </a:ext>
            </a:extLst>
          </p:cNvPr>
          <p:cNvSpPr/>
          <p:nvPr/>
        </p:nvSpPr>
        <p:spPr>
          <a:xfrm>
            <a:off x="2257038" y="2319409"/>
            <a:ext cx="2664905" cy="3693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B42F2-7C1B-461F-934D-E3DC8A2D0C86}"/>
              </a:ext>
            </a:extLst>
          </p:cNvPr>
          <p:cNvSpPr/>
          <p:nvPr/>
        </p:nvSpPr>
        <p:spPr>
          <a:xfrm>
            <a:off x="2255438" y="3399957"/>
            <a:ext cx="1306368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D17446-CF62-48B0-B77E-5DAAFF7AEC16}"/>
              </a:ext>
            </a:extLst>
          </p:cNvPr>
          <p:cNvSpPr/>
          <p:nvPr/>
        </p:nvSpPr>
        <p:spPr>
          <a:xfrm>
            <a:off x="3615535" y="3393426"/>
            <a:ext cx="1306368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7C8C6E-6C99-4366-ADB6-49C770FAACD0}"/>
              </a:ext>
            </a:extLst>
          </p:cNvPr>
          <p:cNvSpPr/>
          <p:nvPr/>
        </p:nvSpPr>
        <p:spPr>
          <a:xfrm>
            <a:off x="2255437" y="3780853"/>
            <a:ext cx="2664905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8CE50D4-522C-4717-AF40-210137851D90}"/>
              </a:ext>
            </a:extLst>
          </p:cNvPr>
          <p:cNvSpPr/>
          <p:nvPr/>
        </p:nvSpPr>
        <p:spPr>
          <a:xfrm>
            <a:off x="1903889" y="3442649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D59C55A-F2AA-4A0E-966E-AEFE6698BE14}"/>
              </a:ext>
            </a:extLst>
          </p:cNvPr>
          <p:cNvSpPr/>
          <p:nvPr/>
        </p:nvSpPr>
        <p:spPr>
          <a:xfrm>
            <a:off x="1903889" y="382354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9EDFFAB-EB6C-4642-A410-405C26A7C6D8}"/>
              </a:ext>
            </a:extLst>
          </p:cNvPr>
          <p:cNvSpPr/>
          <p:nvPr/>
        </p:nvSpPr>
        <p:spPr>
          <a:xfrm>
            <a:off x="5018475" y="3442649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064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5F85D14-B29F-4A7C-8688-79A7AF2CA99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17072"/>
          <a:stretch/>
        </p:blipFill>
        <p:spPr>
          <a:xfrm>
            <a:off x="0" y="793154"/>
            <a:ext cx="7196400" cy="401465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870930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F-14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id_find_form.html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아이디 찾기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963023"/>
              </p:ext>
            </p:extLst>
          </p:nvPr>
        </p:nvGraphicFramePr>
        <p:xfrm>
          <a:off x="7292972" y="793154"/>
          <a:ext cx="4899028" cy="257841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이메일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인증번호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인증 요청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- 6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자리 인증번호 출력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찾기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인증 성공 시 팝업창으로 아이디 출력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취소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563291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2FF848-31DE-4542-A516-14084DDEBD93}"/>
              </a:ext>
            </a:extLst>
          </p:cNvPr>
          <p:cNvSpPr/>
          <p:nvPr/>
        </p:nvSpPr>
        <p:spPr>
          <a:xfrm>
            <a:off x="2255438" y="2758219"/>
            <a:ext cx="1850861" cy="417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B83BEC-B702-468F-9D65-B782E77DBFF7}"/>
              </a:ext>
            </a:extLst>
          </p:cNvPr>
          <p:cNvSpPr/>
          <p:nvPr/>
        </p:nvSpPr>
        <p:spPr>
          <a:xfrm>
            <a:off x="4162697" y="2757055"/>
            <a:ext cx="757646" cy="417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1906925" y="240331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D408BF1-A613-4FF9-B958-57DC5BB80A6C}"/>
              </a:ext>
            </a:extLst>
          </p:cNvPr>
          <p:cNvSpPr/>
          <p:nvPr/>
        </p:nvSpPr>
        <p:spPr>
          <a:xfrm>
            <a:off x="1903889" y="284698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05940ED-54E8-4AFC-8132-A36AF0A11129}"/>
              </a:ext>
            </a:extLst>
          </p:cNvPr>
          <p:cNvSpPr/>
          <p:nvPr/>
        </p:nvSpPr>
        <p:spPr>
          <a:xfrm>
            <a:off x="5018475" y="283944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194D3F-D413-4165-AFA3-149AEE66C30F}"/>
              </a:ext>
            </a:extLst>
          </p:cNvPr>
          <p:cNvSpPr/>
          <p:nvPr/>
        </p:nvSpPr>
        <p:spPr>
          <a:xfrm>
            <a:off x="2257038" y="2280868"/>
            <a:ext cx="2664905" cy="447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B42F2-7C1B-461F-934D-E3DC8A2D0C86}"/>
              </a:ext>
            </a:extLst>
          </p:cNvPr>
          <p:cNvSpPr/>
          <p:nvPr/>
        </p:nvSpPr>
        <p:spPr>
          <a:xfrm>
            <a:off x="2255438" y="3591545"/>
            <a:ext cx="1575554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D17446-CF62-48B0-B77E-5DAAFF7AEC16}"/>
              </a:ext>
            </a:extLst>
          </p:cNvPr>
          <p:cNvSpPr/>
          <p:nvPr/>
        </p:nvSpPr>
        <p:spPr>
          <a:xfrm>
            <a:off x="3927565" y="3585014"/>
            <a:ext cx="994337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8CE50D4-522C-4717-AF40-210137851D90}"/>
              </a:ext>
            </a:extLst>
          </p:cNvPr>
          <p:cNvSpPr/>
          <p:nvPr/>
        </p:nvSpPr>
        <p:spPr>
          <a:xfrm>
            <a:off x="1903889" y="363423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9EDFFAB-EB6C-4642-A410-405C26A7C6D8}"/>
              </a:ext>
            </a:extLst>
          </p:cNvPr>
          <p:cNvSpPr/>
          <p:nvPr/>
        </p:nvSpPr>
        <p:spPr>
          <a:xfrm>
            <a:off x="5018475" y="363423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0303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DC2F273E-C3A6-4D65-8797-5E479673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07" b="16449"/>
          <a:stretch/>
        </p:blipFill>
        <p:spPr>
          <a:xfrm>
            <a:off x="0" y="793154"/>
            <a:ext cx="7196399" cy="401465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997878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F-15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pwd_find_form.html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비밀번호 찾기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597640"/>
              </p:ext>
            </p:extLst>
          </p:nvPr>
        </p:nvGraphicFramePr>
        <p:xfrm>
          <a:off x="7292972" y="793154"/>
          <a:ext cx="4899028" cy="294925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이메일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인증번호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인증 요청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- 6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자리 인증번호 출력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찾기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인증 성공 시 팝업창으로 임시 비밀번호 출력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724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취소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470319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2FF848-31DE-4542-A516-14084DDEBD93}"/>
              </a:ext>
            </a:extLst>
          </p:cNvPr>
          <p:cNvSpPr/>
          <p:nvPr/>
        </p:nvSpPr>
        <p:spPr>
          <a:xfrm>
            <a:off x="2255438" y="3089110"/>
            <a:ext cx="1850861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B83BEC-B702-468F-9D65-B782E77DBFF7}"/>
              </a:ext>
            </a:extLst>
          </p:cNvPr>
          <p:cNvSpPr/>
          <p:nvPr/>
        </p:nvSpPr>
        <p:spPr>
          <a:xfrm>
            <a:off x="4162697" y="3089110"/>
            <a:ext cx="757646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1906925" y="227268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D408BF1-A613-4FF9-B958-57DC5BB80A6C}"/>
              </a:ext>
            </a:extLst>
          </p:cNvPr>
          <p:cNvSpPr/>
          <p:nvPr/>
        </p:nvSpPr>
        <p:spPr>
          <a:xfrm>
            <a:off x="1903889" y="269848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05940ED-54E8-4AFC-8132-A36AF0A11129}"/>
              </a:ext>
            </a:extLst>
          </p:cNvPr>
          <p:cNvSpPr/>
          <p:nvPr/>
        </p:nvSpPr>
        <p:spPr>
          <a:xfrm>
            <a:off x="1901792" y="313526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194D3F-D413-4165-AFA3-149AEE66C30F}"/>
              </a:ext>
            </a:extLst>
          </p:cNvPr>
          <p:cNvSpPr/>
          <p:nvPr/>
        </p:nvSpPr>
        <p:spPr>
          <a:xfrm>
            <a:off x="2257038" y="2192812"/>
            <a:ext cx="2664905" cy="3614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B42F2-7C1B-461F-934D-E3DC8A2D0C86}"/>
              </a:ext>
            </a:extLst>
          </p:cNvPr>
          <p:cNvSpPr/>
          <p:nvPr/>
        </p:nvSpPr>
        <p:spPr>
          <a:xfrm>
            <a:off x="2255438" y="3800556"/>
            <a:ext cx="1575554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D17446-CF62-48B0-B77E-5DAAFF7AEC16}"/>
              </a:ext>
            </a:extLst>
          </p:cNvPr>
          <p:cNvSpPr/>
          <p:nvPr/>
        </p:nvSpPr>
        <p:spPr>
          <a:xfrm>
            <a:off x="3927565" y="3794025"/>
            <a:ext cx="994337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8CE50D4-522C-4717-AF40-210137851D90}"/>
              </a:ext>
            </a:extLst>
          </p:cNvPr>
          <p:cNvSpPr/>
          <p:nvPr/>
        </p:nvSpPr>
        <p:spPr>
          <a:xfrm>
            <a:off x="1903889" y="384324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9EDFFAB-EB6C-4642-A410-405C26A7C6D8}"/>
              </a:ext>
            </a:extLst>
          </p:cNvPr>
          <p:cNvSpPr/>
          <p:nvPr/>
        </p:nvSpPr>
        <p:spPr>
          <a:xfrm>
            <a:off x="5018475" y="384324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DE831E-F8CB-4DF2-A597-48BA88AC5FE9}"/>
              </a:ext>
            </a:extLst>
          </p:cNvPr>
          <p:cNvSpPr/>
          <p:nvPr/>
        </p:nvSpPr>
        <p:spPr>
          <a:xfrm>
            <a:off x="2252684" y="2637282"/>
            <a:ext cx="2664905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15D4213-267C-427D-9504-503F28012AC1}"/>
              </a:ext>
            </a:extLst>
          </p:cNvPr>
          <p:cNvSpPr/>
          <p:nvPr/>
        </p:nvSpPr>
        <p:spPr>
          <a:xfrm>
            <a:off x="5018475" y="313180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610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35F9CE12-D0EE-4A40-B3ED-75C3B5ADEA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47" b="10783"/>
          <a:stretch/>
        </p:blipFill>
        <p:spPr>
          <a:xfrm>
            <a:off x="0" y="1002158"/>
            <a:ext cx="7196399" cy="585584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126803"/>
              </p:ext>
            </p:extLst>
          </p:nvPr>
        </p:nvGraphicFramePr>
        <p:xfrm>
          <a:off x="0" y="0"/>
          <a:ext cx="12192000" cy="949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75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F-16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75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agree_form.html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회원가입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약관동의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회원가입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약관동의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75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892999"/>
              </p:ext>
            </p:extLst>
          </p:nvPr>
        </p:nvGraphicFramePr>
        <p:xfrm>
          <a:off x="7292972" y="1002158"/>
          <a:ext cx="4899028" cy="320230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이용 약관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이용 약관 동의 여부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개인정보취급방침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개인정보취급방침 동의 여부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전체 약관 동의 여부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724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확인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전체 약관 동의 시 회원 가입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47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취소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148910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B83BEC-B702-468F-9D65-B782E77DBFF7}"/>
              </a:ext>
            </a:extLst>
          </p:cNvPr>
          <p:cNvSpPr/>
          <p:nvPr/>
        </p:nvSpPr>
        <p:spPr>
          <a:xfrm>
            <a:off x="4928555" y="5405937"/>
            <a:ext cx="1367741" cy="2027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369084" y="264308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05940ED-54E8-4AFC-8132-A36AF0A11129}"/>
              </a:ext>
            </a:extLst>
          </p:cNvPr>
          <p:cNvSpPr/>
          <p:nvPr/>
        </p:nvSpPr>
        <p:spPr>
          <a:xfrm>
            <a:off x="369084" y="450626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B42F2-7C1B-461F-934D-E3DC8A2D0C86}"/>
              </a:ext>
            </a:extLst>
          </p:cNvPr>
          <p:cNvSpPr/>
          <p:nvPr/>
        </p:nvSpPr>
        <p:spPr>
          <a:xfrm>
            <a:off x="2877751" y="5647247"/>
            <a:ext cx="1575554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D17446-CF62-48B0-B77E-5DAAFF7AEC16}"/>
              </a:ext>
            </a:extLst>
          </p:cNvPr>
          <p:cNvSpPr/>
          <p:nvPr/>
        </p:nvSpPr>
        <p:spPr>
          <a:xfrm>
            <a:off x="3665528" y="6072641"/>
            <a:ext cx="958723" cy="297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8CE50D4-522C-4717-AF40-210137851D90}"/>
              </a:ext>
            </a:extLst>
          </p:cNvPr>
          <p:cNvSpPr/>
          <p:nvPr/>
        </p:nvSpPr>
        <p:spPr>
          <a:xfrm>
            <a:off x="2526201" y="5689939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9EDFFAB-EB6C-4642-A410-405C26A7C6D8}"/>
              </a:ext>
            </a:extLst>
          </p:cNvPr>
          <p:cNvSpPr/>
          <p:nvPr/>
        </p:nvSpPr>
        <p:spPr>
          <a:xfrm>
            <a:off x="2170790" y="609398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DE831E-F8CB-4DF2-A597-48BA88AC5FE9}"/>
              </a:ext>
            </a:extLst>
          </p:cNvPr>
          <p:cNvSpPr/>
          <p:nvPr/>
        </p:nvSpPr>
        <p:spPr>
          <a:xfrm>
            <a:off x="783771" y="3913761"/>
            <a:ext cx="5512525" cy="14399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15D4213-267C-427D-9504-503F28012AC1}"/>
              </a:ext>
            </a:extLst>
          </p:cNvPr>
          <p:cNvSpPr/>
          <p:nvPr/>
        </p:nvSpPr>
        <p:spPr>
          <a:xfrm>
            <a:off x="4577005" y="537986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6D495B8-C6C0-4C2F-9509-3EB5E466C7F9}"/>
              </a:ext>
            </a:extLst>
          </p:cNvPr>
          <p:cNvSpPr/>
          <p:nvPr/>
        </p:nvSpPr>
        <p:spPr>
          <a:xfrm>
            <a:off x="2563853" y="6076197"/>
            <a:ext cx="958723" cy="297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A789F51-BFB5-4FD9-A476-C483A96A392A}"/>
              </a:ext>
            </a:extLst>
          </p:cNvPr>
          <p:cNvSpPr/>
          <p:nvPr/>
        </p:nvSpPr>
        <p:spPr>
          <a:xfrm>
            <a:off x="4767203" y="609398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1094EB-C1F3-4B7F-84CB-B69E564940BA}"/>
              </a:ext>
            </a:extLst>
          </p:cNvPr>
          <p:cNvSpPr/>
          <p:nvPr/>
        </p:nvSpPr>
        <p:spPr>
          <a:xfrm>
            <a:off x="4928555" y="3542729"/>
            <a:ext cx="1367741" cy="2027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B340F059-9ABB-46C1-AD78-9A2385DBC478}"/>
              </a:ext>
            </a:extLst>
          </p:cNvPr>
          <p:cNvSpPr/>
          <p:nvPr/>
        </p:nvSpPr>
        <p:spPr>
          <a:xfrm>
            <a:off x="4577005" y="351665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FEE64C5-F016-4F19-B26A-0A6F629DCCDA}"/>
              </a:ext>
            </a:extLst>
          </p:cNvPr>
          <p:cNvSpPr/>
          <p:nvPr/>
        </p:nvSpPr>
        <p:spPr>
          <a:xfrm>
            <a:off x="783771" y="2050581"/>
            <a:ext cx="5512525" cy="14399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855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574936"/>
              </p:ext>
            </p:extLst>
          </p:nvPr>
        </p:nvGraphicFramePr>
        <p:xfrm>
          <a:off x="0" y="0"/>
          <a:ext cx="12192000" cy="889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F-17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join_form.html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회원가입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약관동의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정보입력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회원가입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약관동의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정보입력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856742"/>
              </p:ext>
            </p:extLst>
          </p:nvPr>
        </p:nvGraphicFramePr>
        <p:xfrm>
          <a:off x="7292972" y="941195"/>
          <a:ext cx="4899028" cy="357314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중복 확인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이메일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중복 확인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724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확인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276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확인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정확한 정보 입력 시 가입 완료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47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취소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148910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F1F5E101-80D3-4828-8B75-1C0A58CE93D3}"/>
              </a:ext>
            </a:extLst>
          </p:cNvPr>
          <p:cNvGrpSpPr/>
          <p:nvPr/>
        </p:nvGrpSpPr>
        <p:grpSpPr>
          <a:xfrm>
            <a:off x="0" y="941195"/>
            <a:ext cx="7196399" cy="3878996"/>
            <a:chOff x="0" y="1002158"/>
            <a:chExt cx="7196399" cy="3878996"/>
          </a:xfrm>
        </p:grpSpPr>
        <p:pic>
          <p:nvPicPr>
            <p:cNvPr id="5" name="그림 4" descr="스크린샷이(가) 표시된 사진&#10;&#10;자동 생성된 설명">
              <a:extLst>
                <a:ext uri="{FF2B5EF4-FFF2-40B4-BE49-F238E27FC236}">
                  <a16:creationId xmlns:a16="http://schemas.microsoft.com/office/drawing/2014/main" id="{5E2655AD-35CB-467F-B6E6-4B030230C6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644" b="17113"/>
            <a:stretch/>
          </p:blipFill>
          <p:spPr>
            <a:xfrm>
              <a:off x="0" y="1002158"/>
              <a:ext cx="7196399" cy="38789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12CC282-862D-4954-BBB6-E6855B7714FF}"/>
                </a:ext>
              </a:extLst>
            </p:cNvPr>
            <p:cNvSpPr/>
            <p:nvPr/>
          </p:nvSpPr>
          <p:spPr>
            <a:xfrm>
              <a:off x="1612604" y="2389627"/>
              <a:ext cx="3272905" cy="3447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F56E049-C306-4F1A-A650-6AFCA2AE1AAF}"/>
                </a:ext>
              </a:extLst>
            </p:cNvPr>
            <p:cNvSpPr/>
            <p:nvPr/>
          </p:nvSpPr>
          <p:spPr>
            <a:xfrm>
              <a:off x="1608250" y="2772905"/>
              <a:ext cx="3272905" cy="3447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7D2DCD0-206B-4D9F-8468-E480EDBE5196}"/>
                </a:ext>
              </a:extLst>
            </p:cNvPr>
            <p:cNvSpPr/>
            <p:nvPr/>
          </p:nvSpPr>
          <p:spPr>
            <a:xfrm>
              <a:off x="4922472" y="2389627"/>
              <a:ext cx="757646" cy="3447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373110DB-C9C2-46BF-9CAB-6EBE58E3858B}"/>
                </a:ext>
              </a:extLst>
            </p:cNvPr>
            <p:cNvSpPr/>
            <p:nvPr/>
          </p:nvSpPr>
          <p:spPr>
            <a:xfrm>
              <a:off x="4922472" y="2772023"/>
              <a:ext cx="757646" cy="3447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845100E-7BAC-4321-9F4F-830BB924D55C}"/>
                </a:ext>
              </a:extLst>
            </p:cNvPr>
            <p:cNvSpPr/>
            <p:nvPr/>
          </p:nvSpPr>
          <p:spPr>
            <a:xfrm>
              <a:off x="1608249" y="3151623"/>
              <a:ext cx="4071869" cy="37888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D00E2DF-5180-476D-97D8-CA5589505AB7}"/>
                </a:ext>
              </a:extLst>
            </p:cNvPr>
            <p:cNvSpPr/>
            <p:nvPr/>
          </p:nvSpPr>
          <p:spPr>
            <a:xfrm>
              <a:off x="1612604" y="3565286"/>
              <a:ext cx="4071869" cy="3447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58034A36-31EB-4CF4-9452-746CAB10953D}"/>
                </a:ext>
              </a:extLst>
            </p:cNvPr>
            <p:cNvSpPr/>
            <p:nvPr/>
          </p:nvSpPr>
          <p:spPr>
            <a:xfrm>
              <a:off x="1261054" y="2420728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DA67EB4-F034-4347-926A-8F175A524167}"/>
                </a:ext>
              </a:extLst>
            </p:cNvPr>
            <p:cNvSpPr/>
            <p:nvPr/>
          </p:nvSpPr>
          <p:spPr>
            <a:xfrm>
              <a:off x="1262573" y="2814167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2B9E84B-77C7-4FEC-BA8E-33DE35E97C8C}"/>
                </a:ext>
              </a:extLst>
            </p:cNvPr>
            <p:cNvSpPr/>
            <p:nvPr/>
          </p:nvSpPr>
          <p:spPr>
            <a:xfrm>
              <a:off x="5776691" y="2420728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0851784-03F0-450E-AD0E-1809578B3FFB}"/>
                </a:ext>
              </a:extLst>
            </p:cNvPr>
            <p:cNvSpPr/>
            <p:nvPr/>
          </p:nvSpPr>
          <p:spPr>
            <a:xfrm>
              <a:off x="5776690" y="2814167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2F1780E-9331-45E8-B364-43DD7D07CF6C}"/>
                </a:ext>
              </a:extLst>
            </p:cNvPr>
            <p:cNvSpPr/>
            <p:nvPr/>
          </p:nvSpPr>
          <p:spPr>
            <a:xfrm>
              <a:off x="1261054" y="3222643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B3DD555D-705E-4E24-AB45-D9AF7D0D39F5}"/>
                </a:ext>
              </a:extLst>
            </p:cNvPr>
            <p:cNvSpPr/>
            <p:nvPr/>
          </p:nvSpPr>
          <p:spPr>
            <a:xfrm>
              <a:off x="1266926" y="3631119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F4EF6503-95CB-479F-9AD2-39B2DFF116CD}"/>
                </a:ext>
              </a:extLst>
            </p:cNvPr>
            <p:cNvSpPr/>
            <p:nvPr/>
          </p:nvSpPr>
          <p:spPr>
            <a:xfrm>
              <a:off x="2525486" y="4204464"/>
              <a:ext cx="1018904" cy="3447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2C288E15-77DF-4C2A-8F84-0C118C16CE19}"/>
                </a:ext>
              </a:extLst>
            </p:cNvPr>
            <p:cNvSpPr/>
            <p:nvPr/>
          </p:nvSpPr>
          <p:spPr>
            <a:xfrm>
              <a:off x="3640963" y="4198006"/>
              <a:ext cx="1018904" cy="3447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15DA552-54AF-4EB8-BE36-D395CAF5848F}"/>
                </a:ext>
              </a:extLst>
            </p:cNvPr>
            <p:cNvSpPr/>
            <p:nvPr/>
          </p:nvSpPr>
          <p:spPr>
            <a:xfrm>
              <a:off x="2172618" y="4242899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50E0440-2AF1-40DD-88C1-C18E034861BC}"/>
                </a:ext>
              </a:extLst>
            </p:cNvPr>
            <p:cNvSpPr/>
            <p:nvPr/>
          </p:nvSpPr>
          <p:spPr>
            <a:xfrm>
              <a:off x="4753666" y="4249357"/>
              <a:ext cx="254977" cy="254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31998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C2A3B2DE-16FA-4675-B323-9024B88EE9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62" b="16571"/>
          <a:stretch/>
        </p:blipFill>
        <p:spPr>
          <a:xfrm>
            <a:off x="0" y="941195"/>
            <a:ext cx="7196399" cy="401465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947983"/>
              </p:ext>
            </p:extLst>
          </p:nvPr>
        </p:nvGraphicFramePr>
        <p:xfrm>
          <a:off x="0" y="0"/>
          <a:ext cx="12192000" cy="828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5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F-18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join_form.html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회원가입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약관동의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정보입력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가입완료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회원가입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약관동의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정보입력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가입완료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5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970245"/>
              </p:ext>
            </p:extLst>
          </p:nvPr>
        </p:nvGraphicFramePr>
        <p:xfrm>
          <a:off x="7292972" y="941195"/>
          <a:ext cx="4899028" cy="85947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홈으로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</a:tbl>
          </a:graphicData>
        </a:graphic>
      </p:graphicFrame>
      <p:sp>
        <p:nvSpPr>
          <p:cNvPr id="26" name="타원 25">
            <a:extLst>
              <a:ext uri="{FF2B5EF4-FFF2-40B4-BE49-F238E27FC236}">
                <a16:creationId xmlns:a16="http://schemas.microsoft.com/office/drawing/2014/main" id="{6F9048DD-688D-41B0-A858-7BCC566BC716}"/>
              </a:ext>
            </a:extLst>
          </p:cNvPr>
          <p:cNvSpPr/>
          <p:nvPr/>
        </p:nvSpPr>
        <p:spPr>
          <a:xfrm>
            <a:off x="2394602" y="397085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F17F3A3-8EBE-4B7C-8DC7-53A5DCBC3087}"/>
              </a:ext>
            </a:extLst>
          </p:cNvPr>
          <p:cNvSpPr/>
          <p:nvPr/>
        </p:nvSpPr>
        <p:spPr>
          <a:xfrm>
            <a:off x="2760617" y="3848413"/>
            <a:ext cx="1663338" cy="447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806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F859D26A-F4FC-4EEF-B835-99A0B4A4FC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9" b="16317"/>
          <a:stretch/>
        </p:blipFill>
        <p:spPr>
          <a:xfrm>
            <a:off x="8709" y="784445"/>
            <a:ext cx="7196399" cy="401465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510079"/>
              </p:ext>
            </p:extLst>
          </p:nvPr>
        </p:nvGraphicFramePr>
        <p:xfrm>
          <a:off x="7301681" y="784445"/>
          <a:ext cx="4899028" cy="134810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회사소개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회사소개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찾아오시는 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찾아오시는 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111091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E488DC96-4D13-49FC-8F20-9AB7617A9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789297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F-19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회사소개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aside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pSp>
        <p:nvGrpSpPr>
          <p:cNvPr id="51" name="그룹 50">
            <a:extLst>
              <a:ext uri="{FF2B5EF4-FFF2-40B4-BE49-F238E27FC236}">
                <a16:creationId xmlns:a16="http://schemas.microsoft.com/office/drawing/2014/main" id="{455901F9-D28D-4C24-A4EC-3CC460E59ED7}"/>
              </a:ext>
            </a:extLst>
          </p:cNvPr>
          <p:cNvGrpSpPr/>
          <p:nvPr/>
        </p:nvGrpSpPr>
        <p:grpSpPr>
          <a:xfrm>
            <a:off x="1907176" y="784445"/>
            <a:ext cx="5297157" cy="4014653"/>
            <a:chOff x="0" y="1881051"/>
            <a:chExt cx="7195625" cy="2694369"/>
          </a:xfrm>
          <a:solidFill>
            <a:schemeClr val="bg1"/>
          </a:solidFill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97483392-D892-4315-8218-71094B4D2E82}"/>
                </a:ext>
              </a:extLst>
            </p:cNvPr>
            <p:cNvSpPr/>
            <p:nvPr/>
          </p:nvSpPr>
          <p:spPr>
            <a:xfrm>
              <a:off x="1" y="1881051"/>
              <a:ext cx="7195624" cy="26943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83EB249-E570-485D-9BD1-967519EE4A3C}"/>
                </a:ext>
              </a:extLst>
            </p:cNvPr>
            <p:cNvGrpSpPr/>
            <p:nvPr/>
          </p:nvGrpSpPr>
          <p:grpSpPr>
            <a:xfrm>
              <a:off x="0" y="1881051"/>
              <a:ext cx="7195624" cy="2694369"/>
              <a:chOff x="0" y="1881051"/>
              <a:chExt cx="7195624" cy="2694369"/>
            </a:xfrm>
            <a:grpFill/>
          </p:grpSpPr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9F3C1C2A-7987-48B6-BDCB-1C010729CAC6}"/>
                  </a:ext>
                </a:extLst>
              </p:cNvPr>
              <p:cNvCxnSpPr/>
              <p:nvPr/>
            </p:nvCxnSpPr>
            <p:spPr>
              <a:xfrm>
                <a:off x="0" y="1881051"/>
                <a:ext cx="7195624" cy="2694369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92903EBB-446D-453C-B7F2-70187FAA84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0" y="1891246"/>
                <a:ext cx="7195624" cy="2684174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94381EEA-7BD7-444C-BE90-2A52E0CDC63C}"/>
              </a:ext>
            </a:extLst>
          </p:cNvPr>
          <p:cNvSpPr txBox="1"/>
          <p:nvPr/>
        </p:nvSpPr>
        <p:spPr>
          <a:xfrm>
            <a:off x="9218" y="790604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0000FF"/>
                </a:solidFill>
              </a:rPr>
              <a:t>사이드 영역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B5D449-9917-4A55-BCCE-52E5A75205E2}"/>
              </a:ext>
            </a:extLst>
          </p:cNvPr>
          <p:cNvSpPr/>
          <p:nvPr/>
        </p:nvSpPr>
        <p:spPr>
          <a:xfrm>
            <a:off x="487409" y="1645920"/>
            <a:ext cx="1282723" cy="171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4EF422-026E-491C-8060-714479608ECE}"/>
              </a:ext>
            </a:extLst>
          </p:cNvPr>
          <p:cNvSpPr/>
          <p:nvPr/>
        </p:nvSpPr>
        <p:spPr>
          <a:xfrm>
            <a:off x="487409" y="1859848"/>
            <a:ext cx="1282724" cy="171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2ECAA30-8582-40A1-B331-5BDF2608080C}"/>
              </a:ext>
            </a:extLst>
          </p:cNvPr>
          <p:cNvSpPr/>
          <p:nvPr/>
        </p:nvSpPr>
        <p:spPr>
          <a:xfrm>
            <a:off x="182775" y="157081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135CBB-2CFE-4274-8697-B2A78BCEA5FF}"/>
              </a:ext>
            </a:extLst>
          </p:cNvPr>
          <p:cNvSpPr/>
          <p:nvPr/>
        </p:nvSpPr>
        <p:spPr>
          <a:xfrm>
            <a:off x="174065" y="184342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2774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F859D26A-F4FC-4EEF-B835-99A0B4A4FC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4" t="16509" b="16317"/>
          <a:stretch/>
        </p:blipFill>
        <p:spPr>
          <a:xfrm>
            <a:off x="0" y="1002158"/>
            <a:ext cx="7196399" cy="5480295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608204"/>
              </p:ext>
            </p:extLst>
          </p:nvPr>
        </p:nvGraphicFramePr>
        <p:xfrm>
          <a:off x="0" y="0"/>
          <a:ext cx="12192000" cy="949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75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F-20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75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company.html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회사소개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회사소개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aside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회사소개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75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7292972" y="1002158"/>
          <a:ext cx="4899028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824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30033B3C-FDFF-4F3C-86C3-2420BAE0EA3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0" t="16762" b="16571"/>
          <a:stretch/>
        </p:blipFill>
        <p:spPr>
          <a:xfrm>
            <a:off x="0" y="993458"/>
            <a:ext cx="7196400" cy="5444318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360263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F-21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directions.html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회사소개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aside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찾아오시는 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166928"/>
              </p:ext>
            </p:extLst>
          </p:nvPr>
        </p:nvGraphicFramePr>
        <p:xfrm>
          <a:off x="7292972" y="993458"/>
          <a:ext cx="4899028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402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E52B2B16-E3E1-4F29-92BB-74AEE03F92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35" b="16190"/>
          <a:stretch/>
        </p:blipFill>
        <p:spPr>
          <a:xfrm>
            <a:off x="0" y="793154"/>
            <a:ext cx="7196400" cy="4014651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584858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F-22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login_form.html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Gnb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도서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972067"/>
              </p:ext>
            </p:extLst>
          </p:nvPr>
        </p:nvGraphicFramePr>
        <p:xfrm>
          <a:off x="7292972" y="793154"/>
          <a:ext cx="4899028" cy="400082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창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저자 등 검색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결과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 소개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당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아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클릭 시 다음 로그인 할 때 아이디 자동 입력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로그인 성공 시 메인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찾기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찾기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563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찾기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찾기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154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 가입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약관 동의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857812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EC87F9-876A-459E-8432-C0A66997EC63}"/>
              </a:ext>
            </a:extLst>
          </p:cNvPr>
          <p:cNvSpPr/>
          <p:nvPr/>
        </p:nvSpPr>
        <p:spPr>
          <a:xfrm>
            <a:off x="4720046" y="1555082"/>
            <a:ext cx="2046515" cy="369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2FF848-31DE-4542-A516-14084DDEBD93}"/>
              </a:ext>
            </a:extLst>
          </p:cNvPr>
          <p:cNvSpPr/>
          <p:nvPr/>
        </p:nvSpPr>
        <p:spPr>
          <a:xfrm>
            <a:off x="1911415" y="2199159"/>
            <a:ext cx="1964338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C47E3F3-8AA3-4F8D-8503-173F18E25F63}"/>
              </a:ext>
            </a:extLst>
          </p:cNvPr>
          <p:cNvSpPr/>
          <p:nvPr/>
        </p:nvSpPr>
        <p:spPr>
          <a:xfrm>
            <a:off x="4418346" y="1612260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6502875" y="209688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194D3F-D413-4165-AFA3-149AEE66C30F}"/>
              </a:ext>
            </a:extLst>
          </p:cNvPr>
          <p:cNvSpPr/>
          <p:nvPr/>
        </p:nvSpPr>
        <p:spPr>
          <a:xfrm>
            <a:off x="330777" y="2071669"/>
            <a:ext cx="6435784" cy="20628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898354-7794-4A52-BDB5-9BCE87589993}"/>
              </a:ext>
            </a:extLst>
          </p:cNvPr>
          <p:cNvSpPr/>
          <p:nvPr/>
        </p:nvSpPr>
        <p:spPr>
          <a:xfrm>
            <a:off x="1909171" y="2505610"/>
            <a:ext cx="4012657" cy="14654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B21510-1FA8-4448-B991-7D8A2F830C93}"/>
              </a:ext>
            </a:extLst>
          </p:cNvPr>
          <p:cNvSpPr/>
          <p:nvPr/>
        </p:nvSpPr>
        <p:spPr>
          <a:xfrm>
            <a:off x="6183084" y="4182967"/>
            <a:ext cx="661852" cy="2951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C75C27D-F0D4-42D8-8E46-8C799869F33E}"/>
              </a:ext>
            </a:extLst>
          </p:cNvPr>
          <p:cNvSpPr/>
          <p:nvPr/>
        </p:nvSpPr>
        <p:spPr>
          <a:xfrm>
            <a:off x="2908663" y="4416104"/>
            <a:ext cx="1410788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BC0E055-4C6F-407D-9514-C2D5924851B4}"/>
              </a:ext>
            </a:extLst>
          </p:cNvPr>
          <p:cNvSpPr/>
          <p:nvPr/>
        </p:nvSpPr>
        <p:spPr>
          <a:xfrm>
            <a:off x="499407" y="2204019"/>
            <a:ext cx="1315436" cy="17670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77E2E4B-D3C6-4B82-B0DE-EB8FAD2FDF39}"/>
              </a:ext>
            </a:extLst>
          </p:cNvPr>
          <p:cNvSpPr/>
          <p:nvPr/>
        </p:nvSpPr>
        <p:spPr>
          <a:xfrm>
            <a:off x="1544435" y="223321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CA0482C-31EB-441F-A47C-FFFCC220FAFA}"/>
              </a:ext>
            </a:extLst>
          </p:cNvPr>
          <p:cNvSpPr/>
          <p:nvPr/>
        </p:nvSpPr>
        <p:spPr>
          <a:xfrm>
            <a:off x="3593189" y="219747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0A4FB44-4DF5-46C2-AC04-5FD7FD071ECD}"/>
              </a:ext>
            </a:extLst>
          </p:cNvPr>
          <p:cNvSpPr/>
          <p:nvPr/>
        </p:nvSpPr>
        <p:spPr>
          <a:xfrm>
            <a:off x="5656929" y="252302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36687C1-7A94-4B49-8F4A-B2C884BEA469}"/>
              </a:ext>
            </a:extLst>
          </p:cNvPr>
          <p:cNvSpPr/>
          <p:nvPr/>
        </p:nvSpPr>
        <p:spPr>
          <a:xfrm>
            <a:off x="4191962" y="441610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36BBF9D-6AE1-4F20-B830-2D43E02C64D7}"/>
              </a:ext>
            </a:extLst>
          </p:cNvPr>
          <p:cNvSpPr/>
          <p:nvPr/>
        </p:nvSpPr>
        <p:spPr>
          <a:xfrm>
            <a:off x="6757852" y="420377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6350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516"/>
            <a:ext cx="7508630" cy="531861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200252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F-22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pds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자료실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442187"/>
              </p:ext>
            </p:extLst>
          </p:nvPr>
        </p:nvGraphicFramePr>
        <p:xfrm>
          <a:off x="7652238" y="1200516"/>
          <a:ext cx="4539762" cy="2077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드롭박스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88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자료실 검색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자료실 컨텐츠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한 페이지당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컨텐츠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4599845" y="30509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7129095" y="30509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555381" y="366199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2812069" y="607457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172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516"/>
            <a:ext cx="7508629" cy="5318611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851814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F-20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ans_board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질문답변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396443"/>
              </p:ext>
            </p:extLst>
          </p:nvPr>
        </p:nvGraphicFramePr>
        <p:xfrm>
          <a:off x="7652238" y="1200516"/>
          <a:ext cx="4539762" cy="2413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드롭박스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글쓴이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88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Q&amp;A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검색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Q&amp;A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게시판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한 페이지당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컨텐츠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제목 클릭 시 관련 게시판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4599842" y="30509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7129091" y="30509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555381" y="366199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2759317" y="606578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0691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516"/>
            <a:ext cx="7508629" cy="5318611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174495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F-21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online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동영상 강의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971851"/>
              </p:ext>
            </p:extLst>
          </p:nvPr>
        </p:nvGraphicFramePr>
        <p:xfrm>
          <a:off x="7652238" y="1200516"/>
          <a:ext cx="4539762" cy="2580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드롭박스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88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강의 검색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동영상 강의 컨텐츠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한 페이지당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컨텐츠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제목 또는 이미지 클릭 시 관련 유튜브 주소로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4599839" y="30509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7129089" y="30509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555381" y="366199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2812069" y="607457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6214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1181</Words>
  <Application>Microsoft Office PowerPoint</Application>
  <PresentationFormat>와이드스크린</PresentationFormat>
  <Paragraphs>464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 Tae Min</dc:creator>
  <cp:lastModifiedBy>GDJ25</cp:lastModifiedBy>
  <cp:revision>174</cp:revision>
  <dcterms:created xsi:type="dcterms:W3CDTF">2020-05-04T01:46:29Z</dcterms:created>
  <dcterms:modified xsi:type="dcterms:W3CDTF">2020-06-03T02:54:27Z</dcterms:modified>
</cp:coreProperties>
</file>