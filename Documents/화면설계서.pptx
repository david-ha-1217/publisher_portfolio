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1"/>
  </p:notesMasterIdLst>
  <p:sldIdLst>
    <p:sldId id="279" r:id="rId2"/>
    <p:sldId id="274" r:id="rId3"/>
    <p:sldId id="275" r:id="rId4"/>
    <p:sldId id="276" r:id="rId5"/>
    <p:sldId id="277" r:id="rId6"/>
    <p:sldId id="278" r:id="rId7"/>
    <p:sldId id="280" r:id="rId8"/>
    <p:sldId id="281" r:id="rId9"/>
    <p:sldId id="282" r:id="rId10"/>
    <p:sldId id="283" r:id="rId11"/>
    <p:sldId id="284" r:id="rId12"/>
    <p:sldId id="285" r:id="rId13"/>
    <p:sldId id="286" r:id="rId14"/>
    <p:sldId id="287" r:id="rId15"/>
    <p:sldId id="289" r:id="rId16"/>
    <p:sldId id="288" r:id="rId17"/>
    <p:sldId id="265" r:id="rId18"/>
    <p:sldId id="268" r:id="rId19"/>
    <p:sldId id="267" r:id="rId20"/>
  </p:sldIdLst>
  <p:sldSz cx="12192000" cy="6858000"/>
  <p:notesSz cx="6858000" cy="9144000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00FF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073A0DAA-6AF3-43AB-8588-CEC1D06C72B9}" styleName="보통 스타일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dk1">
              <a:tint val="20000"/>
            </a:schemeClr>
          </a:solidFill>
        </a:fill>
      </a:tcStyle>
    </a:wholeTbl>
    <a:band1H>
      <a:tcStyle>
        <a:tcBdr/>
        <a:fill>
          <a:solidFill>
            <a:schemeClr val="dk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dk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dk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dk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dk1"/>
          </a:solidFill>
        </a:fill>
      </a:tcStyle>
    </a:firstRow>
  </a:tblStyle>
  <a:tblStyle styleId="{F5AB1C69-6EDB-4FF4-983F-18BD219EF322}" styleName="보통 스타일 2 - 강조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4995" autoAdjust="0"/>
    <p:restoredTop sz="94660"/>
  </p:normalViewPr>
  <p:slideViewPr>
    <p:cSldViewPr snapToGrid="0">
      <p:cViewPr varScale="1">
        <p:scale>
          <a:sx n="110" d="100"/>
          <a:sy n="110" d="100"/>
        </p:scale>
        <p:origin x="552" y="10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3" Type="http://schemas.openxmlformats.org/officeDocument/2006/relationships/slide" Target="slides/slide2.xml"/><Relationship Id="rId21" Type="http://schemas.openxmlformats.org/officeDocument/2006/relationships/notesMaster" Target="notesMasters/notes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2A2A61BD-85B6-4952-8352-7323239EDB97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D632DDA-6556-4D29-A2FC-977086473690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44954551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ko-KR" altLang="en-US"/>
              <a:t>클릭하여 마스터 부제목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335343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7781289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91000291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08129780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913318774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535894595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79836867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73149798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ko-KR" altLang="en-US"/>
              <a:t>마스터 텍스트 스타일 편집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58329642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제목 및 세로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0896849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세로 제목 및 텍스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세로 제목 1"/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세로 텍스트 개체 틀 2"/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F3F10A2-1868-4C8C-9F00-753B47F5FC10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09483350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/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 편집</a:t>
            </a:r>
          </a:p>
          <a:p>
            <a:pPr lvl="1"/>
            <a:r>
              <a:rPr lang="ko-KR" altLang="en-US"/>
              <a:t>둘째 수준</a:t>
            </a:r>
          </a:p>
          <a:p>
            <a:pPr lvl="2"/>
            <a:r>
              <a:rPr lang="ko-KR" altLang="en-US"/>
              <a:t>셋째 수준</a:t>
            </a:r>
          </a:p>
          <a:p>
            <a:pPr lvl="3"/>
            <a:r>
              <a:rPr lang="ko-KR" altLang="en-US"/>
              <a:t>넷째 수준</a:t>
            </a:r>
          </a:p>
          <a:p>
            <a:pPr lvl="4"/>
            <a:r>
              <a:rPr lang="ko-KR" altLang="en-US"/>
              <a:t>다섯째 수준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F3F10A2-1868-4C8C-9F00-753B47F5FC10}" type="datetimeFigureOut">
              <a:rPr lang="ko-KR" altLang="en-US" smtClean="0"/>
              <a:t>2020-06-02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2EF6E86-0A7D-4D23-AA58-1E95C8FAA374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52866231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 err="1"/>
              <a:t>Taemin’s</a:t>
            </a:r>
            <a:r>
              <a:rPr lang="en-US" altLang="ko-KR" sz="4000" b="1" dirty="0"/>
              <a:t> Portfolio</a:t>
            </a:r>
            <a:endParaRPr lang="ko-KR" altLang="en-US" b="1" dirty="0"/>
          </a:p>
        </p:txBody>
      </p:sp>
      <p:graphicFrame>
        <p:nvGraphicFramePr>
          <p:cNvPr id="8" name="표 7">
            <a:extLst>
              <a:ext uri="{FF2B5EF4-FFF2-40B4-BE49-F238E27FC236}">
                <a16:creationId xmlns:a16="http://schemas.microsoft.com/office/drawing/2014/main" id="{E64E0416-A845-4E24-B8B1-7C161598182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7071580"/>
              </p:ext>
            </p:extLst>
          </p:nvPr>
        </p:nvGraphicFramePr>
        <p:xfrm>
          <a:off x="325319" y="5527236"/>
          <a:ext cx="11550164" cy="74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87541">
                  <a:extLst>
                    <a:ext uri="{9D8B030D-6E8A-4147-A177-3AD203B41FA5}">
                      <a16:colId xmlns:a16="http://schemas.microsoft.com/office/drawing/2014/main" val="2952067407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4019793381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144326858"/>
                    </a:ext>
                  </a:extLst>
                </a:gridCol>
                <a:gridCol w="2887541">
                  <a:extLst>
                    <a:ext uri="{9D8B030D-6E8A-4147-A177-3AD203B41FA5}">
                      <a16:colId xmlns:a16="http://schemas.microsoft.com/office/drawing/2014/main" val="39451228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 Name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Document</a:t>
                      </a:r>
                      <a:r>
                        <a:rPr lang="en-US" altLang="ko-KR" baseline="0" dirty="0">
                          <a:solidFill>
                            <a:schemeClr val="tx1"/>
                          </a:solidFill>
                        </a:rPr>
                        <a:t> Version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Last Updated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Author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0274903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화면설계서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0.2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dirty="0"/>
                        <a:t>2020-05-16</a:t>
                      </a:r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/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0913956"/>
                  </a:ext>
                </a:extLst>
              </a:tr>
            </a:tbl>
          </a:graphicData>
        </a:graphic>
      </p:graphicFrame>
      <p:sp>
        <p:nvSpPr>
          <p:cNvPr id="9" name="TextBox 8">
            <a:extLst>
              <a:ext uri="{FF2B5EF4-FFF2-40B4-BE49-F238E27FC236}">
                <a16:creationId xmlns:a16="http://schemas.microsoft.com/office/drawing/2014/main" id="{A27BD977-8B99-4E77-AE8D-FD44ADDE171B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375765059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Contents</a:t>
            </a:r>
            <a:endParaRPr lang="ko-KR" altLang="en-US" b="1" dirty="0"/>
          </a:p>
        </p:txBody>
      </p:sp>
    </p:spTree>
    <p:extLst>
      <p:ext uri="{BB962C8B-B14F-4D97-AF65-F5344CB8AC3E}">
        <p14:creationId xmlns:p14="http://schemas.microsoft.com/office/powerpoint/2010/main" val="283420536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서비스 개요</a:t>
            </a:r>
            <a:endParaRPr lang="ko-KR" altLang="en-US" b="1" dirty="0"/>
          </a:p>
        </p:txBody>
      </p:sp>
      <p:graphicFrame>
        <p:nvGraphicFramePr>
          <p:cNvPr id="5" name="표 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74972396"/>
              </p:ext>
            </p:extLst>
          </p:nvPr>
        </p:nvGraphicFramePr>
        <p:xfrm>
          <a:off x="325319" y="1490691"/>
          <a:ext cx="1155016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43967">
                  <a:extLst>
                    <a:ext uri="{9D8B030D-6E8A-4147-A177-3AD203B41FA5}">
                      <a16:colId xmlns:a16="http://schemas.microsoft.com/office/drawing/2014/main" val="484599276"/>
                    </a:ext>
                  </a:extLst>
                </a:gridCol>
                <a:gridCol w="9506195">
                  <a:extLst>
                    <a:ext uri="{9D8B030D-6E8A-4147-A177-3AD203B41FA5}">
                      <a16:colId xmlns:a16="http://schemas.microsoft.com/office/drawing/2014/main" val="169925533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구분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내용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324486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기획 배경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48739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기획 목적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5649856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기대 효과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04948789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기능 요약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buFont typeface="Arial" panose="020B0604020202020204" pitchFamily="34" charset="0"/>
                        <a:buNone/>
                      </a:pP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022580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기타 사항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90023193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9786674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8" name="TextBox 7"/>
          <p:cNvSpPr txBox="1"/>
          <p:nvPr/>
        </p:nvSpPr>
        <p:spPr>
          <a:xfrm>
            <a:off x="1227993" y="237392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en-US" altLang="ko-KR" sz="4000" b="1" dirty="0"/>
              <a:t>Document History</a:t>
            </a:r>
            <a:endParaRPr lang="ko-KR" altLang="en-US" sz="4000" b="1" dirty="0"/>
          </a:p>
        </p:txBody>
      </p:sp>
      <p:graphicFrame>
        <p:nvGraphicFramePr>
          <p:cNvPr id="6" name="표 5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881482419"/>
              </p:ext>
            </p:extLst>
          </p:nvPr>
        </p:nvGraphicFramePr>
        <p:xfrm>
          <a:off x="219403" y="1485899"/>
          <a:ext cx="11884673" cy="11125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8395">
                  <a:extLst>
                    <a:ext uri="{9D8B030D-6E8A-4147-A177-3AD203B41FA5}">
                      <a16:colId xmlns:a16="http://schemas.microsoft.com/office/drawing/2014/main" val="2796983598"/>
                    </a:ext>
                  </a:extLst>
                </a:gridCol>
                <a:gridCol w="2018395">
                  <a:extLst>
                    <a:ext uri="{9D8B030D-6E8A-4147-A177-3AD203B41FA5}">
                      <a16:colId xmlns:a16="http://schemas.microsoft.com/office/drawing/2014/main" val="2737301553"/>
                    </a:ext>
                  </a:extLst>
                </a:gridCol>
                <a:gridCol w="1645569">
                  <a:extLst>
                    <a:ext uri="{9D8B030D-6E8A-4147-A177-3AD203B41FA5}">
                      <a16:colId xmlns:a16="http://schemas.microsoft.com/office/drawing/2014/main" val="1146555182"/>
                    </a:ext>
                  </a:extLst>
                </a:gridCol>
                <a:gridCol w="3119728">
                  <a:extLst>
                    <a:ext uri="{9D8B030D-6E8A-4147-A177-3AD203B41FA5}">
                      <a16:colId xmlns:a16="http://schemas.microsoft.com/office/drawing/2014/main" val="1783202403"/>
                    </a:ext>
                  </a:extLst>
                </a:gridCol>
                <a:gridCol w="1619858">
                  <a:extLst>
                    <a:ext uri="{9D8B030D-6E8A-4147-A177-3AD203B41FA5}">
                      <a16:colId xmlns:a16="http://schemas.microsoft.com/office/drawing/2014/main" val="3182021886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1635392293"/>
                    </a:ext>
                  </a:extLst>
                </a:gridCol>
              </a:tblGrid>
              <a:tr h="370840">
                <a:tc gridSpan="2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Publisher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/>
                    </a:p>
                  </a:txBody>
                  <a:tcPr/>
                </a:tc>
                <a:tc gridSpan="4">
                  <a:txBody>
                    <a:bodyPr/>
                    <a:lstStyle/>
                    <a:p>
                      <a:pPr algn="ctr" latinLnBrk="1"/>
                      <a:r>
                        <a:rPr lang="en-US" altLang="ko-KR" dirty="0">
                          <a:solidFill>
                            <a:schemeClr val="tx1"/>
                          </a:solidFill>
                        </a:rPr>
                        <a:t>Storyboard</a:t>
                      </a:r>
                      <a:endParaRPr lang="ko-KR" altLang="en-US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hMerge="1">
                  <a:txBody>
                    <a:bodyPr/>
                    <a:lstStyle/>
                    <a:p>
                      <a:pPr latinLnBrk="1"/>
                      <a:endParaRPr lang="ko-KR" altLang="en-US" dirty="0"/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11856405"/>
                  </a:ext>
                </a:extLst>
              </a:tr>
              <a:tr h="370840">
                <a:tc rowSpan="2">
                  <a:txBody>
                    <a:bodyPr/>
                    <a:lstStyle/>
                    <a:p>
                      <a:pPr algn="ctr" latinLnBrk="1">
                        <a:lnSpc>
                          <a:spcPct val="22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TASK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rowSpan="2">
                  <a:txBody>
                    <a:bodyPr/>
                    <a:lstStyle/>
                    <a:p>
                      <a:pPr marL="0" marR="0" lvl="0" indent="0" algn="ctr" defTabSz="914400" rtl="0" eaLnBrk="1" fontAlgn="auto" latinLnBrk="1" hangingPunct="1">
                        <a:lnSpc>
                          <a:spcPct val="2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설계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&amp;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08986795"/>
                  </a:ext>
                </a:extLst>
              </a:tr>
              <a:tr h="370840"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 vMerge="1"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문서번호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30392813"/>
                  </a:ext>
                </a:extLst>
              </a:tr>
            </a:tbl>
          </a:graphicData>
        </a:graphic>
      </p:graphicFrame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216485"/>
              </p:ext>
            </p:extLst>
          </p:nvPr>
        </p:nvGraphicFramePr>
        <p:xfrm>
          <a:off x="219403" y="2714092"/>
          <a:ext cx="11884673" cy="2584676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39873">
                  <a:extLst>
                    <a:ext uri="{9D8B030D-6E8A-4147-A177-3AD203B41FA5}">
                      <a16:colId xmlns:a16="http://schemas.microsoft.com/office/drawing/2014/main" val="2587860644"/>
                    </a:ext>
                  </a:extLst>
                </a:gridCol>
                <a:gridCol w="1568434">
                  <a:extLst>
                    <a:ext uri="{9D8B030D-6E8A-4147-A177-3AD203B41FA5}">
                      <a16:colId xmlns:a16="http://schemas.microsoft.com/office/drawing/2014/main" val="3077660191"/>
                    </a:ext>
                  </a:extLst>
                </a:gridCol>
                <a:gridCol w="7413638">
                  <a:extLst>
                    <a:ext uri="{9D8B030D-6E8A-4147-A177-3AD203B41FA5}">
                      <a16:colId xmlns:a16="http://schemas.microsoft.com/office/drawing/2014/main" val="1147936979"/>
                    </a:ext>
                  </a:extLst>
                </a:gridCol>
                <a:gridCol w="1462728">
                  <a:extLst>
                    <a:ext uri="{9D8B030D-6E8A-4147-A177-3AD203B41FA5}">
                      <a16:colId xmlns:a16="http://schemas.microsoft.com/office/drawing/2014/main" val="811645528"/>
                    </a:ext>
                  </a:extLst>
                </a:gridCol>
              </a:tblGrid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버 전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일 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dirty="0">
                          <a:solidFill>
                            <a:schemeClr val="tx1"/>
                          </a:solidFill>
                        </a:rPr>
                        <a:t>설 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>
                        <a:lumMod val="85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88786980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2020-05-04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화면설계서</a:t>
                      </a: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262275596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0.2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2020-05-16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표지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이력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목차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기획의도 추가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화면설계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 수정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(index,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 company,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online,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  <a:p>
                      <a:pPr marL="285750" indent="-285750" algn="l" latinLnBrk="1"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600" baseline="0" dirty="0">
                          <a:solidFill>
                            <a:schemeClr val="tx1"/>
                          </a:solidFill>
                        </a:rPr>
                        <a:t>화면설계 추가 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(directions, books,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books_cnt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online_cnt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ans_cnt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admin,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alt_user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altLang="ko-KR" sz="1200" baseline="0" dirty="0" err="1">
                          <a:solidFill>
                            <a:schemeClr val="tx1"/>
                          </a:solidFill>
                        </a:rPr>
                        <a:t>del_user</a:t>
                      </a:r>
                      <a:r>
                        <a:rPr lang="en-US" altLang="ko-KR" sz="1200" baseline="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595913625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4558192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389568577"/>
                  </a:ext>
                </a:extLst>
              </a:tr>
              <a:tr h="348989"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l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65782091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23161091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직사각형 3"/>
          <p:cNvSpPr/>
          <p:nvPr/>
        </p:nvSpPr>
        <p:spPr>
          <a:xfrm>
            <a:off x="1227993" y="1081453"/>
            <a:ext cx="10964007" cy="79131"/>
          </a:xfrm>
          <a:prstGeom prst="rect">
            <a:avLst/>
          </a:prstGeom>
          <a:solidFill>
            <a:srgbClr val="FF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/>
          <p:cNvSpPr txBox="1"/>
          <p:nvPr/>
        </p:nvSpPr>
        <p:spPr>
          <a:xfrm>
            <a:off x="1227993" y="1318846"/>
            <a:ext cx="4749121" cy="70788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ko-KR" altLang="en-US" sz="4000" b="1" dirty="0"/>
              <a:t>화면 설계</a:t>
            </a:r>
            <a:endParaRPr lang="ko-KR" altLang="en-US" b="1" dirty="0"/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AF309EF5-10EA-4859-944D-F942848224E2}"/>
              </a:ext>
            </a:extLst>
          </p:cNvPr>
          <p:cNvSpPr txBox="1"/>
          <p:nvPr/>
        </p:nvSpPr>
        <p:spPr>
          <a:xfrm>
            <a:off x="7850427" y="538451"/>
            <a:ext cx="4341573" cy="52322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ko-KR" sz="2800" dirty="0"/>
              <a:t>Publisher Website Project</a:t>
            </a:r>
            <a:endParaRPr lang="ko-KR" altLang="en-US" sz="2800" dirty="0"/>
          </a:p>
        </p:txBody>
      </p:sp>
    </p:spTree>
    <p:extLst>
      <p:ext uri="{BB962C8B-B14F-4D97-AF65-F5344CB8AC3E}">
        <p14:creationId xmlns:p14="http://schemas.microsoft.com/office/powerpoint/2010/main" val="104290592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2109442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241669323"/>
              </p:ext>
            </p:extLst>
          </p:nvPr>
        </p:nvGraphicFramePr>
        <p:xfrm>
          <a:off x="7292972" y="793154"/>
          <a:ext cx="4899028" cy="444214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LOGO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마이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관리페이지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관리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회원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b="1" baseline="0" dirty="0">
                          <a:solidFill>
                            <a:schemeClr val="tx1"/>
                          </a:solidFill>
                        </a:rPr>
                        <a:t>관리자</a:t>
                      </a:r>
                      <a:r>
                        <a:rPr lang="en-US" altLang="ko-KR" sz="1100" b="1" baseline="0" dirty="0">
                          <a:solidFill>
                            <a:schemeClr val="tx1"/>
                          </a:solidFill>
                        </a:rPr>
                        <a:t>)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로그아웃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상단 탭 메뉴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각 메뉴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창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저자 등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검색 결과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6351897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로고 및 주소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연락처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저작권 정보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427717693"/>
                  </a:ext>
                </a:extLst>
              </a:tr>
            </a:tbl>
          </a:graphicData>
        </a:graphic>
      </p:graphicFrame>
      <p:grpSp>
        <p:nvGrpSpPr>
          <p:cNvPr id="2" name="그룹 1">
            <a:extLst>
              <a:ext uri="{FF2B5EF4-FFF2-40B4-BE49-F238E27FC236}">
                <a16:creationId xmlns:a16="http://schemas.microsoft.com/office/drawing/2014/main" id="{BFD04F46-604E-422A-99B4-C8337B4D3951}"/>
              </a:ext>
            </a:extLst>
          </p:cNvPr>
          <p:cNvGrpSpPr/>
          <p:nvPr/>
        </p:nvGrpSpPr>
        <p:grpSpPr>
          <a:xfrm>
            <a:off x="0" y="793233"/>
            <a:ext cx="7195624" cy="1009270"/>
            <a:chOff x="0" y="793154"/>
            <a:chExt cx="7195624" cy="1009270"/>
          </a:xfrm>
        </p:grpSpPr>
        <p:pic>
          <p:nvPicPr>
            <p:cNvPr id="4" name="그림 3"/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b="83431"/>
            <a:stretch/>
          </p:blipFill>
          <p:spPr>
            <a:xfrm>
              <a:off x="0" y="793154"/>
              <a:ext cx="7195624" cy="1004871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9" name="타원 8"/>
            <p:cNvSpPr/>
            <p:nvPr/>
          </p:nvSpPr>
          <p:spPr>
            <a:xfrm>
              <a:off x="2377440" y="1025862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1</a:t>
              </a:r>
              <a:endParaRPr lang="ko-KR" altLang="en-US" dirty="0"/>
            </a:p>
          </p:txBody>
        </p:sp>
        <p:sp>
          <p:nvSpPr>
            <p:cNvPr id="10" name="타원 9"/>
            <p:cNvSpPr/>
            <p:nvPr/>
          </p:nvSpPr>
          <p:spPr>
            <a:xfrm>
              <a:off x="5463248" y="1025862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11" name="직사각형 10"/>
            <p:cNvSpPr/>
            <p:nvPr/>
          </p:nvSpPr>
          <p:spPr>
            <a:xfrm>
              <a:off x="58908" y="1432304"/>
              <a:ext cx="5070441" cy="37012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2" name="타원 11"/>
            <p:cNvSpPr/>
            <p:nvPr/>
          </p:nvSpPr>
          <p:spPr>
            <a:xfrm>
              <a:off x="6486381" y="1025862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13" name="직사각형 12"/>
            <p:cNvSpPr/>
            <p:nvPr/>
          </p:nvSpPr>
          <p:spPr>
            <a:xfrm>
              <a:off x="2734409" y="949569"/>
              <a:ext cx="1661746" cy="4075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14" name="타원 13"/>
            <p:cNvSpPr/>
            <p:nvPr/>
          </p:nvSpPr>
          <p:spPr>
            <a:xfrm>
              <a:off x="136280" y="1489875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4</a:t>
              </a:r>
              <a:endParaRPr lang="ko-KR" altLang="en-US" dirty="0"/>
            </a:p>
          </p:txBody>
        </p:sp>
        <p:sp>
          <p:nvSpPr>
            <p:cNvPr id="16" name="타원 15"/>
            <p:cNvSpPr/>
            <p:nvPr/>
          </p:nvSpPr>
          <p:spPr>
            <a:xfrm>
              <a:off x="6486992" y="1485895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5</a:t>
              </a:r>
              <a:endParaRPr lang="ko-KR" altLang="en-US" dirty="0"/>
            </a:p>
          </p:txBody>
        </p:sp>
        <p:sp>
          <p:nvSpPr>
            <p:cNvPr id="26" name="직사각형 25">
              <a:extLst>
                <a:ext uri="{FF2B5EF4-FFF2-40B4-BE49-F238E27FC236}">
                  <a16:creationId xmlns:a16="http://schemas.microsoft.com/office/drawing/2014/main" id="{C9A356AF-A7B6-46EF-8246-D1EDD93E8D73}"/>
                </a:ext>
              </a:extLst>
            </p:cNvPr>
            <p:cNvSpPr/>
            <p:nvPr/>
          </p:nvSpPr>
          <p:spPr>
            <a:xfrm>
              <a:off x="5226698" y="1427649"/>
              <a:ext cx="1705326" cy="370120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</p:grpSp>
      <p:sp>
        <p:nvSpPr>
          <p:cNvPr id="29" name="TextBox 28">
            <a:extLst>
              <a:ext uri="{FF2B5EF4-FFF2-40B4-BE49-F238E27FC236}">
                <a16:creationId xmlns:a16="http://schemas.microsoft.com/office/drawing/2014/main" id="{F7241223-81D0-48E2-8033-4B4CB11779B9}"/>
              </a:ext>
            </a:extLst>
          </p:cNvPr>
          <p:cNvSpPr txBox="1"/>
          <p:nvPr/>
        </p:nvSpPr>
        <p:spPr>
          <a:xfrm>
            <a:off x="58908" y="1040656"/>
            <a:ext cx="1077539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헤더 영역</a:t>
            </a:r>
          </a:p>
        </p:txBody>
      </p:sp>
      <p:grpSp>
        <p:nvGrpSpPr>
          <p:cNvPr id="43" name="그룹 42">
            <a:extLst>
              <a:ext uri="{FF2B5EF4-FFF2-40B4-BE49-F238E27FC236}">
                <a16:creationId xmlns:a16="http://schemas.microsoft.com/office/drawing/2014/main" id="{373456B5-61B7-43D8-8285-033F34E957E5}"/>
              </a:ext>
            </a:extLst>
          </p:cNvPr>
          <p:cNvGrpSpPr/>
          <p:nvPr/>
        </p:nvGrpSpPr>
        <p:grpSpPr>
          <a:xfrm>
            <a:off x="0" y="4645757"/>
            <a:ext cx="7195624" cy="957055"/>
            <a:chOff x="0" y="4645757"/>
            <a:chExt cx="7195624" cy="957055"/>
          </a:xfrm>
        </p:grpSpPr>
        <p:pic>
          <p:nvPicPr>
            <p:cNvPr id="25" name="그림 24">
              <a:extLst>
                <a:ext uri="{FF2B5EF4-FFF2-40B4-BE49-F238E27FC236}">
                  <a16:creationId xmlns:a16="http://schemas.microsoft.com/office/drawing/2014/main" id="{F57374E1-3E35-4778-94D7-610B30774E6F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84220"/>
            <a:stretch/>
          </p:blipFill>
          <p:spPr>
            <a:xfrm>
              <a:off x="0" y="4645757"/>
              <a:ext cx="7195624" cy="957055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18" name="타원 17"/>
            <p:cNvSpPr/>
            <p:nvPr/>
          </p:nvSpPr>
          <p:spPr>
            <a:xfrm>
              <a:off x="136282" y="4682170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6</a:t>
              </a:r>
              <a:endParaRPr lang="ko-KR" altLang="en-US" dirty="0"/>
            </a:p>
          </p:txBody>
        </p:sp>
        <p:sp>
          <p:nvSpPr>
            <p:cNvPr id="23" name="직사각형 22"/>
            <p:cNvSpPr/>
            <p:nvPr/>
          </p:nvSpPr>
          <p:spPr>
            <a:xfrm>
              <a:off x="58909" y="4645760"/>
              <a:ext cx="7077807" cy="886715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TextBox 29">
              <a:extLst>
                <a:ext uri="{FF2B5EF4-FFF2-40B4-BE49-F238E27FC236}">
                  <a16:creationId xmlns:a16="http://schemas.microsoft.com/office/drawing/2014/main" id="{F8FF934C-7F4D-4780-BE04-DE7A4B15F46C}"/>
                </a:ext>
              </a:extLst>
            </p:cNvPr>
            <p:cNvSpPr txBox="1"/>
            <p:nvPr/>
          </p:nvSpPr>
          <p:spPr>
            <a:xfrm>
              <a:off x="58908" y="5198769"/>
              <a:ext cx="1077539" cy="33855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1600" b="1" dirty="0" err="1">
                  <a:solidFill>
                    <a:srgbClr val="0000FF"/>
                  </a:solidFill>
                </a:rPr>
                <a:t>푸터</a:t>
              </a:r>
              <a:r>
                <a:rPr lang="ko-KR" altLang="en-US" sz="1600" b="1" dirty="0">
                  <a:solidFill>
                    <a:srgbClr val="0000FF"/>
                  </a:solidFill>
                </a:rPr>
                <a:t> 영역</a:t>
              </a:r>
            </a:p>
          </p:txBody>
        </p:sp>
      </p:grpSp>
      <p:grpSp>
        <p:nvGrpSpPr>
          <p:cNvPr id="42" name="그룹 41">
            <a:extLst>
              <a:ext uri="{FF2B5EF4-FFF2-40B4-BE49-F238E27FC236}">
                <a16:creationId xmlns:a16="http://schemas.microsoft.com/office/drawing/2014/main" id="{25AE743B-34E5-4684-BF82-BB8992A5C349}"/>
              </a:ext>
            </a:extLst>
          </p:cNvPr>
          <p:cNvGrpSpPr/>
          <p:nvPr/>
        </p:nvGrpSpPr>
        <p:grpSpPr>
          <a:xfrm>
            <a:off x="0" y="1881051"/>
            <a:ext cx="7195625" cy="2694369"/>
            <a:chOff x="0" y="1881051"/>
            <a:chExt cx="7195625" cy="2694369"/>
          </a:xfrm>
        </p:grpSpPr>
        <p:sp>
          <p:nvSpPr>
            <p:cNvPr id="31" name="직사각형 30">
              <a:extLst>
                <a:ext uri="{FF2B5EF4-FFF2-40B4-BE49-F238E27FC236}">
                  <a16:creationId xmlns:a16="http://schemas.microsoft.com/office/drawing/2014/main" id="{831AC7B0-23F5-426E-B6D0-A6D0D630E938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no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41" name="그룹 40">
              <a:extLst>
                <a:ext uri="{FF2B5EF4-FFF2-40B4-BE49-F238E27FC236}">
                  <a16:creationId xmlns:a16="http://schemas.microsoft.com/office/drawing/2014/main" id="{4D8D1471-8277-40C9-A223-7AD4448D2B77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</p:grpSpPr>
          <p:cxnSp>
            <p:nvCxnSpPr>
              <p:cNvPr id="33" name="직선 연결선 32">
                <a:extLst>
                  <a:ext uri="{FF2B5EF4-FFF2-40B4-BE49-F238E27FC236}">
                    <a16:creationId xmlns:a16="http://schemas.microsoft.com/office/drawing/2014/main" id="{C7DF8FC0-B8D7-4773-90AC-07AC39E14F0C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35" name="직선 연결선 34">
                <a:extLst>
                  <a:ext uri="{FF2B5EF4-FFF2-40B4-BE49-F238E27FC236}">
                    <a16:creationId xmlns:a16="http://schemas.microsoft.com/office/drawing/2014/main" id="{65DCF5E2-936E-45DE-837C-F509CA13E4C3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</p:spTree>
    <p:extLst>
      <p:ext uri="{BB962C8B-B14F-4D97-AF65-F5344CB8AC3E}">
        <p14:creationId xmlns:p14="http://schemas.microsoft.com/office/powerpoint/2010/main" val="206673372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242938779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F-12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index.html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메인 페이지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6827186"/>
              </p:ext>
            </p:extLst>
          </p:nvPr>
        </p:nvGraphicFramePr>
        <p:xfrm>
          <a:off x="7292972" y="793154"/>
          <a:ext cx="4899028" cy="2534922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 소개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표지 클릭 시 상세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공지사항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/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Title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클릭 시 상세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배너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이벤트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관련 이미지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배너 클릭 시 상세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출판사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SNS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</a:tbl>
          </a:graphicData>
        </a:graphic>
      </p:graphicFrame>
      <p:pic>
        <p:nvPicPr>
          <p:cNvPr id="4" name="그림 3"/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65" b="16916"/>
          <a:stretch/>
        </p:blipFill>
        <p:spPr>
          <a:xfrm>
            <a:off x="0" y="793154"/>
            <a:ext cx="7195624" cy="4034211"/>
          </a:xfrm>
          <a:prstGeom prst="rect">
            <a:avLst/>
          </a:prstGeom>
          <a:ln>
            <a:solidFill>
              <a:schemeClr val="tx1"/>
            </a:solidFill>
          </a:ln>
        </p:spPr>
      </p:pic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156672" y="879978"/>
            <a:ext cx="6914688" cy="1985141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4" name="직사각형 23">
            <a:extLst>
              <a:ext uri="{FF2B5EF4-FFF2-40B4-BE49-F238E27FC236}">
                <a16:creationId xmlns:a16="http://schemas.microsoft.com/office/drawing/2014/main" id="{63C18637-D52A-4A1C-978E-6950D53A9BB2}"/>
              </a:ext>
            </a:extLst>
          </p:cNvPr>
          <p:cNvSpPr/>
          <p:nvPr/>
        </p:nvSpPr>
        <p:spPr>
          <a:xfrm>
            <a:off x="156672" y="2953004"/>
            <a:ext cx="3474802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3849189" y="2950456"/>
            <a:ext cx="2316480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6221312" y="2955818"/>
            <a:ext cx="449454" cy="174962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174169" y="90402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82877" y="298101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3882765" y="297325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6247186" y="297893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1962700002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그림 12">
            <a:extLst>
              <a:ext uri="{FF2B5EF4-FFF2-40B4-BE49-F238E27FC236}">
                <a16:creationId xmlns:a16="http://schemas.microsoft.com/office/drawing/2014/main" id="{3188C952-B51C-40B0-BA6A-59A55372BDE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09" b="16347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76362593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F-13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75890203"/>
              </p:ext>
            </p:extLst>
          </p:nvPr>
        </p:nvGraphicFramePr>
        <p:xfrm>
          <a:off x="7292972" y="793154"/>
          <a:ext cx="4899028" cy="3555685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아이디 저장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클릭 시 다음 로그인 할 때 아이디 자동 입력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 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로그인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로그인 성공 시 메인 페이지로 이동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9391546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회원 가입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약관 동의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226857812"/>
                  </a:ext>
                </a:extLst>
              </a:tr>
            </a:tbl>
          </a:graphicData>
        </a:graphic>
      </p:graphicFrame>
      <p:sp>
        <p:nvSpPr>
          <p:cNvPr id="22" name="직사각형 21">
            <a:extLst>
              <a:ext uri="{FF2B5EF4-FFF2-40B4-BE49-F238E27FC236}">
                <a16:creationId xmlns:a16="http://schemas.microsoft.com/office/drawing/2014/main" id="{8DEC87F9-876A-459E-8432-C0A66997EC63}"/>
              </a:ext>
            </a:extLst>
          </p:cNvPr>
          <p:cNvSpPr/>
          <p:nvPr/>
        </p:nvSpPr>
        <p:spPr>
          <a:xfrm>
            <a:off x="2255438" y="1877477"/>
            <a:ext cx="2664905" cy="369335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818688" cy="254977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01656" y="2852854"/>
            <a:ext cx="818687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2" name="타원 31">
            <a:extLst>
              <a:ext uri="{FF2B5EF4-FFF2-40B4-BE49-F238E27FC236}">
                <a16:creationId xmlns:a16="http://schemas.microsoft.com/office/drawing/2014/main" id="{2C47E3F3-8AA3-4F8D-8503-173F18E25F63}"/>
              </a:ext>
            </a:extLst>
          </p:cNvPr>
          <p:cNvSpPr/>
          <p:nvPr/>
        </p:nvSpPr>
        <p:spPr>
          <a:xfrm>
            <a:off x="1903889" y="193312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75520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750107" y="29340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319409"/>
            <a:ext cx="2664905" cy="369336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399957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15535" y="3393426"/>
            <a:ext cx="1306368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7" name="직사각형 16">
            <a:extLst>
              <a:ext uri="{FF2B5EF4-FFF2-40B4-BE49-F238E27FC236}">
                <a16:creationId xmlns:a16="http://schemas.microsoft.com/office/drawing/2014/main" id="{C77C8C6E-6C99-4366-ADB6-49C770FAACD0}"/>
              </a:ext>
            </a:extLst>
          </p:cNvPr>
          <p:cNvSpPr/>
          <p:nvPr/>
        </p:nvSpPr>
        <p:spPr>
          <a:xfrm>
            <a:off x="2255437" y="3780853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19" name="타원 18">
            <a:extLst>
              <a:ext uri="{FF2B5EF4-FFF2-40B4-BE49-F238E27FC236}">
                <a16:creationId xmlns:a16="http://schemas.microsoft.com/office/drawing/2014/main" id="{FD59C55A-F2AA-4A0E-966E-AEFE6698BE14}"/>
              </a:ext>
            </a:extLst>
          </p:cNvPr>
          <p:cNvSpPr/>
          <p:nvPr/>
        </p:nvSpPr>
        <p:spPr>
          <a:xfrm>
            <a:off x="1903889" y="382354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44264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572064442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C5F85D14-B29F-4A7C-8688-79A7AF2CA99F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32" b="17072"/>
          <a:stretch/>
        </p:blipFill>
        <p:spPr>
          <a:xfrm>
            <a:off x="0" y="793154"/>
            <a:ext cx="7196400" cy="401465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04870930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F-14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id_find_form.html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045963023"/>
              </p:ext>
            </p:extLst>
          </p:nvPr>
        </p:nvGraphicFramePr>
        <p:xfrm>
          <a:off x="7292972" y="793154"/>
          <a:ext cx="4899028" cy="257841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- 6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자리 인증번호 출력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성공 시 팝업창으로 아이디 출력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245563291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2758219"/>
            <a:ext cx="1850861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2757055"/>
            <a:ext cx="757646" cy="41742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40331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846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5018475" y="283944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280868"/>
            <a:ext cx="2664905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591545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585014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63423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342030303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그림 16">
            <a:extLst>
              <a:ext uri="{FF2B5EF4-FFF2-40B4-BE49-F238E27FC236}">
                <a16:creationId xmlns:a16="http://schemas.microsoft.com/office/drawing/2014/main" id="{DC2F273E-C3A6-4D65-8797-5E47967332C6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607" b="16449"/>
          <a:stretch/>
        </p:blipFill>
        <p:spPr>
          <a:xfrm>
            <a:off x="0" y="793154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62997878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F-15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pwd_find_form.html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58597640"/>
              </p:ext>
            </p:extLst>
          </p:nvPr>
        </p:nvGraphicFramePr>
        <p:xfrm>
          <a:off x="7292972" y="793154"/>
          <a:ext cx="4899028" cy="2949259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인증번호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요청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- 6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자리 인증번호 출력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찾기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인증 성공 시 팝업창으로 임시 비밀번호 출력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.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</a:tbl>
          </a:graphicData>
        </a:graphic>
      </p:graphicFrame>
      <p:sp>
        <p:nvSpPr>
          <p:cNvPr id="28" name="직사각형 27">
            <a:extLst>
              <a:ext uri="{FF2B5EF4-FFF2-40B4-BE49-F238E27FC236}">
                <a16:creationId xmlns:a16="http://schemas.microsoft.com/office/drawing/2014/main" id="{802FF848-31DE-4542-A516-14084DDEBD93}"/>
              </a:ext>
            </a:extLst>
          </p:cNvPr>
          <p:cNvSpPr/>
          <p:nvPr/>
        </p:nvSpPr>
        <p:spPr>
          <a:xfrm>
            <a:off x="2255438" y="3089110"/>
            <a:ext cx="1850861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162697" y="3089110"/>
            <a:ext cx="757646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1906925" y="22726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4" name="타원 33">
            <a:extLst>
              <a:ext uri="{FF2B5EF4-FFF2-40B4-BE49-F238E27FC236}">
                <a16:creationId xmlns:a16="http://schemas.microsoft.com/office/drawing/2014/main" id="{7D408BF1-A613-4FF9-B958-57DC5BB80A6C}"/>
              </a:ext>
            </a:extLst>
          </p:cNvPr>
          <p:cNvSpPr/>
          <p:nvPr/>
        </p:nvSpPr>
        <p:spPr>
          <a:xfrm>
            <a:off x="1903889" y="2698483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1901792" y="313526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4" name="직사각형 13">
            <a:extLst>
              <a:ext uri="{FF2B5EF4-FFF2-40B4-BE49-F238E27FC236}">
                <a16:creationId xmlns:a16="http://schemas.microsoft.com/office/drawing/2014/main" id="{73194D3F-D413-4165-AFA3-149AEE66C30F}"/>
              </a:ext>
            </a:extLst>
          </p:cNvPr>
          <p:cNvSpPr/>
          <p:nvPr/>
        </p:nvSpPr>
        <p:spPr>
          <a:xfrm>
            <a:off x="2257038" y="2192812"/>
            <a:ext cx="2664905" cy="361493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255438" y="3800556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927565" y="3794025"/>
            <a:ext cx="994337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1903889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5018475" y="384324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2252684" y="2637282"/>
            <a:ext cx="2664905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5018475" y="3131802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415610023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" name="그림 20">
            <a:extLst>
              <a:ext uri="{FF2B5EF4-FFF2-40B4-BE49-F238E27FC236}">
                <a16:creationId xmlns:a16="http://schemas.microsoft.com/office/drawing/2014/main" id="{35F9CE12-D0EE-4A40-B3ED-75C3B5ADEA2B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0547" b="10783"/>
          <a:stretch/>
        </p:blipFill>
        <p:spPr>
          <a:xfrm>
            <a:off x="0" y="1002158"/>
            <a:ext cx="7196399" cy="585584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48126803"/>
              </p:ext>
            </p:extLst>
          </p:nvPr>
        </p:nvGraphicFramePr>
        <p:xfrm>
          <a:off x="0" y="0"/>
          <a:ext cx="12192000" cy="949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7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F-16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7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agree_form.html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75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545892999"/>
              </p:ext>
            </p:extLst>
          </p:nvPr>
        </p:nvGraphicFramePr>
        <p:xfrm>
          <a:off x="7292972" y="1002158"/>
          <a:ext cx="4899028" cy="320230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이용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개인정보취급방침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개인정보취급방침 동의 여부</a:t>
                      </a:r>
                      <a:endParaRPr lang="en-US" altLang="ko-KR" sz="1100" baseline="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여부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전체 약관 동의 시 회원 가입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sp>
        <p:nvSpPr>
          <p:cNvPr id="31" name="직사각형 30">
            <a:extLst>
              <a:ext uri="{FF2B5EF4-FFF2-40B4-BE49-F238E27FC236}">
                <a16:creationId xmlns:a16="http://schemas.microsoft.com/office/drawing/2014/main" id="{F4B83BEC-B702-468F-9D65-B782E77DBFF7}"/>
              </a:ext>
            </a:extLst>
          </p:cNvPr>
          <p:cNvSpPr/>
          <p:nvPr/>
        </p:nvSpPr>
        <p:spPr>
          <a:xfrm>
            <a:off x="4928555" y="5405937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33" name="타원 32">
            <a:extLst>
              <a:ext uri="{FF2B5EF4-FFF2-40B4-BE49-F238E27FC236}">
                <a16:creationId xmlns:a16="http://schemas.microsoft.com/office/drawing/2014/main" id="{4E6D34F9-B099-4621-BB9A-127973199619}"/>
              </a:ext>
            </a:extLst>
          </p:cNvPr>
          <p:cNvSpPr/>
          <p:nvPr/>
        </p:nvSpPr>
        <p:spPr>
          <a:xfrm>
            <a:off x="369084" y="264308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35" name="타원 34">
            <a:extLst>
              <a:ext uri="{FF2B5EF4-FFF2-40B4-BE49-F238E27FC236}">
                <a16:creationId xmlns:a16="http://schemas.microsoft.com/office/drawing/2014/main" id="{305940ED-54E8-4AFC-8132-A36AF0A11129}"/>
              </a:ext>
            </a:extLst>
          </p:cNvPr>
          <p:cNvSpPr/>
          <p:nvPr/>
        </p:nvSpPr>
        <p:spPr>
          <a:xfrm>
            <a:off x="369084" y="4506261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5" name="직사각형 14">
            <a:extLst>
              <a:ext uri="{FF2B5EF4-FFF2-40B4-BE49-F238E27FC236}">
                <a16:creationId xmlns:a16="http://schemas.microsoft.com/office/drawing/2014/main" id="{B42B42F2-7C1B-461F-934D-E3DC8A2D0C86}"/>
              </a:ext>
            </a:extLst>
          </p:cNvPr>
          <p:cNvSpPr/>
          <p:nvPr/>
        </p:nvSpPr>
        <p:spPr>
          <a:xfrm>
            <a:off x="2877751" y="5647247"/>
            <a:ext cx="1575554" cy="34036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BFD17446-CF62-48B0-B77E-5DAAFF7AEC16}"/>
              </a:ext>
            </a:extLst>
          </p:cNvPr>
          <p:cNvSpPr/>
          <p:nvPr/>
        </p:nvSpPr>
        <p:spPr>
          <a:xfrm>
            <a:off x="3665528" y="6072641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18" name="타원 17">
            <a:extLst>
              <a:ext uri="{FF2B5EF4-FFF2-40B4-BE49-F238E27FC236}">
                <a16:creationId xmlns:a16="http://schemas.microsoft.com/office/drawing/2014/main" id="{08CE50D4-522C-4717-AF40-210137851D90}"/>
              </a:ext>
            </a:extLst>
          </p:cNvPr>
          <p:cNvSpPr/>
          <p:nvPr/>
        </p:nvSpPr>
        <p:spPr>
          <a:xfrm>
            <a:off x="2526201" y="5689939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5</a:t>
            </a:r>
            <a:endParaRPr lang="ko-KR" altLang="en-US" dirty="0"/>
          </a:p>
        </p:txBody>
      </p:sp>
      <p:sp>
        <p:nvSpPr>
          <p:cNvPr id="20" name="타원 19">
            <a:extLst>
              <a:ext uri="{FF2B5EF4-FFF2-40B4-BE49-F238E27FC236}">
                <a16:creationId xmlns:a16="http://schemas.microsoft.com/office/drawing/2014/main" id="{D9EDFFAB-EB6C-4642-A410-405C26A7C6D8}"/>
              </a:ext>
            </a:extLst>
          </p:cNvPr>
          <p:cNvSpPr/>
          <p:nvPr/>
        </p:nvSpPr>
        <p:spPr>
          <a:xfrm>
            <a:off x="2170790" y="609398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6</a:t>
            </a:r>
            <a:endParaRPr lang="ko-KR" altLang="en-US" dirty="0"/>
          </a:p>
        </p:txBody>
      </p:sp>
      <p:sp>
        <p:nvSpPr>
          <p:cNvPr id="19" name="직사각형 18">
            <a:extLst>
              <a:ext uri="{FF2B5EF4-FFF2-40B4-BE49-F238E27FC236}">
                <a16:creationId xmlns:a16="http://schemas.microsoft.com/office/drawing/2014/main" id="{D8DE831E-F8CB-4DF2-A597-48BA88AC5FE9}"/>
              </a:ext>
            </a:extLst>
          </p:cNvPr>
          <p:cNvSpPr/>
          <p:nvPr/>
        </p:nvSpPr>
        <p:spPr>
          <a:xfrm>
            <a:off x="783771" y="3913761"/>
            <a:ext cx="5512525" cy="143997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22" name="타원 21">
            <a:extLst>
              <a:ext uri="{FF2B5EF4-FFF2-40B4-BE49-F238E27FC236}">
                <a16:creationId xmlns:a16="http://schemas.microsoft.com/office/drawing/2014/main" id="{815D4213-267C-427D-9504-503F28012AC1}"/>
              </a:ext>
            </a:extLst>
          </p:cNvPr>
          <p:cNvSpPr/>
          <p:nvPr/>
        </p:nvSpPr>
        <p:spPr>
          <a:xfrm>
            <a:off x="4577005" y="537986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  <p:sp>
        <p:nvSpPr>
          <p:cNvPr id="23" name="직사각형 22">
            <a:extLst>
              <a:ext uri="{FF2B5EF4-FFF2-40B4-BE49-F238E27FC236}">
                <a16:creationId xmlns:a16="http://schemas.microsoft.com/office/drawing/2014/main" id="{C6D495B8-C6C0-4C2F-9509-3EB5E466C7F9}"/>
              </a:ext>
            </a:extLst>
          </p:cNvPr>
          <p:cNvSpPr/>
          <p:nvPr/>
        </p:nvSpPr>
        <p:spPr>
          <a:xfrm>
            <a:off x="2563853" y="6076197"/>
            <a:ext cx="958723" cy="29766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4" name="타원 23">
            <a:extLst>
              <a:ext uri="{FF2B5EF4-FFF2-40B4-BE49-F238E27FC236}">
                <a16:creationId xmlns:a16="http://schemas.microsoft.com/office/drawing/2014/main" id="{FA789F51-BFB5-4FD9-A476-C483A96A392A}"/>
              </a:ext>
            </a:extLst>
          </p:cNvPr>
          <p:cNvSpPr/>
          <p:nvPr/>
        </p:nvSpPr>
        <p:spPr>
          <a:xfrm>
            <a:off x="4767203" y="6093985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7</a:t>
            </a:r>
            <a:endParaRPr lang="ko-KR" altLang="en-US" dirty="0"/>
          </a:p>
        </p:txBody>
      </p:sp>
      <p:sp>
        <p:nvSpPr>
          <p:cNvPr id="26" name="직사각형 25">
            <a:extLst>
              <a:ext uri="{FF2B5EF4-FFF2-40B4-BE49-F238E27FC236}">
                <a16:creationId xmlns:a16="http://schemas.microsoft.com/office/drawing/2014/main" id="{921094EB-C1F3-4B7F-84CB-B69E564940BA}"/>
              </a:ext>
            </a:extLst>
          </p:cNvPr>
          <p:cNvSpPr/>
          <p:nvPr/>
        </p:nvSpPr>
        <p:spPr>
          <a:xfrm>
            <a:off x="4928555" y="3542729"/>
            <a:ext cx="1367741" cy="202779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 dirty="0"/>
          </a:p>
        </p:txBody>
      </p:sp>
      <p:sp>
        <p:nvSpPr>
          <p:cNvPr id="27" name="타원 26">
            <a:extLst>
              <a:ext uri="{FF2B5EF4-FFF2-40B4-BE49-F238E27FC236}">
                <a16:creationId xmlns:a16="http://schemas.microsoft.com/office/drawing/2014/main" id="{B340F059-9ABB-46C1-AD78-9A2385DBC478}"/>
              </a:ext>
            </a:extLst>
          </p:cNvPr>
          <p:cNvSpPr/>
          <p:nvPr/>
        </p:nvSpPr>
        <p:spPr>
          <a:xfrm>
            <a:off x="4577005" y="3516658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9" name="직사각형 28">
            <a:extLst>
              <a:ext uri="{FF2B5EF4-FFF2-40B4-BE49-F238E27FC236}">
                <a16:creationId xmlns:a16="http://schemas.microsoft.com/office/drawing/2014/main" id="{9FEE64C5-F016-4F19-B26A-0A6F629DCCDA}"/>
              </a:ext>
            </a:extLst>
          </p:cNvPr>
          <p:cNvSpPr/>
          <p:nvPr/>
        </p:nvSpPr>
        <p:spPr>
          <a:xfrm>
            <a:off x="783771" y="2050581"/>
            <a:ext cx="5512525" cy="1439978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1992855909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772574936"/>
              </p:ext>
            </p:extLst>
          </p:nvPr>
        </p:nvGraphicFramePr>
        <p:xfrm>
          <a:off x="0" y="0"/>
          <a:ext cx="12192000" cy="889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F-17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정보입력</a:t>
                      </a:r>
                      <a:endParaRPr lang="en-US" altLang="ko-KR" sz="14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4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정보입력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50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681856742"/>
              </p:ext>
            </p:extLst>
          </p:nvPr>
        </p:nvGraphicFramePr>
        <p:xfrm>
          <a:off x="7292972" y="941195"/>
          <a:ext cx="4899028" cy="3573146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아이디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15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이메일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중복 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4775515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2672419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marR="0" lvl="0" indent="-182563" algn="l" defTabSz="914400" rtl="0" eaLnBrk="1" fontAlgn="auto" latinLnBrk="1" hangingPunct="1">
                        <a:lnSpc>
                          <a:spcPct val="125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 typeface="Arial" panose="020B0604020202020204" pitchFamily="34" charset="0"/>
                        <a:buChar char="•"/>
                        <a:tabLst/>
                        <a:defRPr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비밀번호 확인 입력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최소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최대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18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19727665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확인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정확한 정보 입력 시 가입 완료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47047031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취소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479148910"/>
                  </a:ext>
                </a:extLst>
              </a:tr>
            </a:tbl>
          </a:graphicData>
        </a:graphic>
      </p:graphicFrame>
      <p:grpSp>
        <p:nvGrpSpPr>
          <p:cNvPr id="6" name="그룹 5">
            <a:extLst>
              <a:ext uri="{FF2B5EF4-FFF2-40B4-BE49-F238E27FC236}">
                <a16:creationId xmlns:a16="http://schemas.microsoft.com/office/drawing/2014/main" id="{F1F5E101-80D3-4828-8B75-1C0A58CE93D3}"/>
              </a:ext>
            </a:extLst>
          </p:cNvPr>
          <p:cNvGrpSpPr/>
          <p:nvPr/>
        </p:nvGrpSpPr>
        <p:grpSpPr>
          <a:xfrm>
            <a:off x="0" y="941195"/>
            <a:ext cx="7196399" cy="3878996"/>
            <a:chOff x="0" y="1002158"/>
            <a:chExt cx="7196399" cy="3878996"/>
          </a:xfrm>
        </p:grpSpPr>
        <p:pic>
          <p:nvPicPr>
            <p:cNvPr id="5" name="그림 4" descr="스크린샷이(가) 표시된 사진&#10;&#10;자동 생성된 설명">
              <a:extLst>
                <a:ext uri="{FF2B5EF4-FFF2-40B4-BE49-F238E27FC236}">
                  <a16:creationId xmlns:a16="http://schemas.microsoft.com/office/drawing/2014/main" id="{5E2655AD-35CB-467F-B6E6-4B030230C624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2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t="16644" b="17113"/>
            <a:stretch/>
          </p:blipFill>
          <p:spPr>
            <a:xfrm>
              <a:off x="0" y="1002158"/>
              <a:ext cx="7196399" cy="3878996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  <p:sp>
          <p:nvSpPr>
            <p:cNvPr id="28" name="직사각형 27">
              <a:extLst>
                <a:ext uri="{FF2B5EF4-FFF2-40B4-BE49-F238E27FC236}">
                  <a16:creationId xmlns:a16="http://schemas.microsoft.com/office/drawing/2014/main" id="{212CC282-862D-4954-BBB6-E6855B7714FF}"/>
                </a:ext>
              </a:extLst>
            </p:cNvPr>
            <p:cNvSpPr/>
            <p:nvPr/>
          </p:nvSpPr>
          <p:spPr>
            <a:xfrm>
              <a:off x="1612604" y="2389627"/>
              <a:ext cx="3272905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0" name="직사각형 29">
              <a:extLst>
                <a:ext uri="{FF2B5EF4-FFF2-40B4-BE49-F238E27FC236}">
                  <a16:creationId xmlns:a16="http://schemas.microsoft.com/office/drawing/2014/main" id="{0F56E049-C306-4F1A-A650-6AFCA2AE1AAF}"/>
                </a:ext>
              </a:extLst>
            </p:cNvPr>
            <p:cNvSpPr/>
            <p:nvPr/>
          </p:nvSpPr>
          <p:spPr>
            <a:xfrm>
              <a:off x="1608250" y="2772905"/>
              <a:ext cx="3272905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2" name="직사각형 31">
              <a:extLst>
                <a:ext uri="{FF2B5EF4-FFF2-40B4-BE49-F238E27FC236}">
                  <a16:creationId xmlns:a16="http://schemas.microsoft.com/office/drawing/2014/main" id="{47D2DCD0-206B-4D9F-8468-E480EDBE5196}"/>
                </a:ext>
              </a:extLst>
            </p:cNvPr>
            <p:cNvSpPr/>
            <p:nvPr/>
          </p:nvSpPr>
          <p:spPr>
            <a:xfrm>
              <a:off x="4922472" y="2389627"/>
              <a:ext cx="757646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4" name="직사각형 33">
              <a:extLst>
                <a:ext uri="{FF2B5EF4-FFF2-40B4-BE49-F238E27FC236}">
                  <a16:creationId xmlns:a16="http://schemas.microsoft.com/office/drawing/2014/main" id="{373110DB-C9C2-46BF-9CAB-6EBE58E3858B}"/>
                </a:ext>
              </a:extLst>
            </p:cNvPr>
            <p:cNvSpPr/>
            <p:nvPr/>
          </p:nvSpPr>
          <p:spPr>
            <a:xfrm>
              <a:off x="4922472" y="2772023"/>
              <a:ext cx="757646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 dirty="0"/>
            </a:p>
          </p:txBody>
        </p:sp>
        <p:sp>
          <p:nvSpPr>
            <p:cNvPr id="36" name="직사각형 35">
              <a:extLst>
                <a:ext uri="{FF2B5EF4-FFF2-40B4-BE49-F238E27FC236}">
                  <a16:creationId xmlns:a16="http://schemas.microsoft.com/office/drawing/2014/main" id="{7845100E-7BAC-4321-9F4F-830BB924D55C}"/>
                </a:ext>
              </a:extLst>
            </p:cNvPr>
            <p:cNvSpPr/>
            <p:nvPr/>
          </p:nvSpPr>
          <p:spPr>
            <a:xfrm>
              <a:off x="1608249" y="3151623"/>
              <a:ext cx="4071869" cy="378886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7" name="직사각형 36">
              <a:extLst>
                <a:ext uri="{FF2B5EF4-FFF2-40B4-BE49-F238E27FC236}">
                  <a16:creationId xmlns:a16="http://schemas.microsoft.com/office/drawing/2014/main" id="{7D00E2DF-5180-476D-97D8-CA5589505AB7}"/>
                </a:ext>
              </a:extLst>
            </p:cNvPr>
            <p:cNvSpPr/>
            <p:nvPr/>
          </p:nvSpPr>
          <p:spPr>
            <a:xfrm>
              <a:off x="1612604" y="3565286"/>
              <a:ext cx="4071869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38" name="타원 37">
              <a:extLst>
                <a:ext uri="{FF2B5EF4-FFF2-40B4-BE49-F238E27FC236}">
                  <a16:creationId xmlns:a16="http://schemas.microsoft.com/office/drawing/2014/main" id="{58034A36-31EB-4CF4-9452-746CAB10953D}"/>
                </a:ext>
              </a:extLst>
            </p:cNvPr>
            <p:cNvSpPr/>
            <p:nvPr/>
          </p:nvSpPr>
          <p:spPr>
            <a:xfrm>
              <a:off x="1261054" y="2420728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1</a:t>
              </a:r>
              <a:endParaRPr lang="ko-KR" altLang="en-US" dirty="0"/>
            </a:p>
          </p:txBody>
        </p:sp>
        <p:sp>
          <p:nvSpPr>
            <p:cNvPr id="39" name="타원 38">
              <a:extLst>
                <a:ext uri="{FF2B5EF4-FFF2-40B4-BE49-F238E27FC236}">
                  <a16:creationId xmlns:a16="http://schemas.microsoft.com/office/drawing/2014/main" id="{4DA67EB4-F034-4347-926A-8F175A524167}"/>
                </a:ext>
              </a:extLst>
            </p:cNvPr>
            <p:cNvSpPr/>
            <p:nvPr/>
          </p:nvSpPr>
          <p:spPr>
            <a:xfrm>
              <a:off x="1262573" y="2814167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3</a:t>
              </a:r>
              <a:endParaRPr lang="ko-KR" altLang="en-US" dirty="0"/>
            </a:p>
          </p:txBody>
        </p:sp>
        <p:sp>
          <p:nvSpPr>
            <p:cNvPr id="40" name="타원 39">
              <a:extLst>
                <a:ext uri="{FF2B5EF4-FFF2-40B4-BE49-F238E27FC236}">
                  <a16:creationId xmlns:a16="http://schemas.microsoft.com/office/drawing/2014/main" id="{D2B9E84B-77C7-4FEC-BA8E-33DE35E97C8C}"/>
                </a:ext>
              </a:extLst>
            </p:cNvPr>
            <p:cNvSpPr/>
            <p:nvPr/>
          </p:nvSpPr>
          <p:spPr>
            <a:xfrm>
              <a:off x="5776691" y="2420728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2</a:t>
              </a:r>
              <a:endParaRPr lang="ko-KR" altLang="en-US" dirty="0"/>
            </a:p>
          </p:txBody>
        </p:sp>
        <p:sp>
          <p:nvSpPr>
            <p:cNvPr id="41" name="타원 40">
              <a:extLst>
                <a:ext uri="{FF2B5EF4-FFF2-40B4-BE49-F238E27FC236}">
                  <a16:creationId xmlns:a16="http://schemas.microsoft.com/office/drawing/2014/main" id="{50851784-03F0-450E-AD0E-1809578B3FFB}"/>
                </a:ext>
              </a:extLst>
            </p:cNvPr>
            <p:cNvSpPr/>
            <p:nvPr/>
          </p:nvSpPr>
          <p:spPr>
            <a:xfrm>
              <a:off x="5776690" y="2814167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4</a:t>
              </a:r>
              <a:endParaRPr lang="ko-KR" altLang="en-US" dirty="0"/>
            </a:p>
          </p:txBody>
        </p:sp>
        <p:sp>
          <p:nvSpPr>
            <p:cNvPr id="42" name="타원 41">
              <a:extLst>
                <a:ext uri="{FF2B5EF4-FFF2-40B4-BE49-F238E27FC236}">
                  <a16:creationId xmlns:a16="http://schemas.microsoft.com/office/drawing/2014/main" id="{C2F1780E-9331-45E8-B364-43DD7D07CF6C}"/>
                </a:ext>
              </a:extLst>
            </p:cNvPr>
            <p:cNvSpPr/>
            <p:nvPr/>
          </p:nvSpPr>
          <p:spPr>
            <a:xfrm>
              <a:off x="1261054" y="3222643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5</a:t>
              </a:r>
              <a:endParaRPr lang="ko-KR" altLang="en-US" dirty="0"/>
            </a:p>
          </p:txBody>
        </p:sp>
        <p:sp>
          <p:nvSpPr>
            <p:cNvPr id="43" name="타원 42">
              <a:extLst>
                <a:ext uri="{FF2B5EF4-FFF2-40B4-BE49-F238E27FC236}">
                  <a16:creationId xmlns:a16="http://schemas.microsoft.com/office/drawing/2014/main" id="{B3DD555D-705E-4E24-AB45-D9AF7D0D39F5}"/>
                </a:ext>
              </a:extLst>
            </p:cNvPr>
            <p:cNvSpPr/>
            <p:nvPr/>
          </p:nvSpPr>
          <p:spPr>
            <a:xfrm>
              <a:off x="1266926" y="3631119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6</a:t>
              </a:r>
              <a:endParaRPr lang="ko-KR" altLang="en-US" dirty="0"/>
            </a:p>
          </p:txBody>
        </p:sp>
        <p:sp>
          <p:nvSpPr>
            <p:cNvPr id="44" name="직사각형 43">
              <a:extLst>
                <a:ext uri="{FF2B5EF4-FFF2-40B4-BE49-F238E27FC236}">
                  <a16:creationId xmlns:a16="http://schemas.microsoft.com/office/drawing/2014/main" id="{F4EF6503-95CB-479F-9AD2-39B2DFF116CD}"/>
                </a:ext>
              </a:extLst>
            </p:cNvPr>
            <p:cNvSpPr/>
            <p:nvPr/>
          </p:nvSpPr>
          <p:spPr>
            <a:xfrm>
              <a:off x="2525486" y="4204464"/>
              <a:ext cx="1018904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5" name="직사각형 44">
              <a:extLst>
                <a:ext uri="{FF2B5EF4-FFF2-40B4-BE49-F238E27FC236}">
                  <a16:creationId xmlns:a16="http://schemas.microsoft.com/office/drawing/2014/main" id="{2C288E15-77DF-4C2A-8F84-0C118C16CE19}"/>
                </a:ext>
              </a:extLst>
            </p:cNvPr>
            <p:cNvSpPr/>
            <p:nvPr/>
          </p:nvSpPr>
          <p:spPr>
            <a:xfrm>
              <a:off x="3640963" y="4198006"/>
              <a:ext cx="1018904" cy="344764"/>
            </a:xfrm>
            <a:prstGeom prst="rect">
              <a:avLst/>
            </a:prstGeom>
            <a:noFill/>
            <a:ln w="28575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sp>
          <p:nvSpPr>
            <p:cNvPr id="46" name="타원 45">
              <a:extLst>
                <a:ext uri="{FF2B5EF4-FFF2-40B4-BE49-F238E27FC236}">
                  <a16:creationId xmlns:a16="http://schemas.microsoft.com/office/drawing/2014/main" id="{515DA552-54AF-4EB8-BE36-D395CAF5848F}"/>
                </a:ext>
              </a:extLst>
            </p:cNvPr>
            <p:cNvSpPr/>
            <p:nvPr/>
          </p:nvSpPr>
          <p:spPr>
            <a:xfrm>
              <a:off x="2172618" y="4242899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7</a:t>
              </a:r>
              <a:endParaRPr lang="ko-KR" altLang="en-US" dirty="0"/>
            </a:p>
          </p:txBody>
        </p:sp>
        <p:sp>
          <p:nvSpPr>
            <p:cNvPr id="47" name="타원 46">
              <a:extLst>
                <a:ext uri="{FF2B5EF4-FFF2-40B4-BE49-F238E27FC236}">
                  <a16:creationId xmlns:a16="http://schemas.microsoft.com/office/drawing/2014/main" id="{150E0440-2AF1-40DD-88C1-C18E034861BC}"/>
                </a:ext>
              </a:extLst>
            </p:cNvPr>
            <p:cNvSpPr/>
            <p:nvPr/>
          </p:nvSpPr>
          <p:spPr>
            <a:xfrm>
              <a:off x="4753666" y="4249357"/>
              <a:ext cx="254977" cy="254977"/>
            </a:xfrm>
            <a:prstGeom prst="ellipse">
              <a:avLst/>
            </a:prstGeom>
            <a:ln>
              <a:noFill/>
            </a:ln>
          </p:spPr>
          <p:style>
            <a:lnRef idx="2">
              <a:schemeClr val="accent4">
                <a:shade val="50000"/>
              </a:schemeClr>
            </a:lnRef>
            <a:fillRef idx="1">
              <a:schemeClr val="accent4"/>
            </a:fillRef>
            <a:effectRef idx="0">
              <a:schemeClr val="accent4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r>
                <a:rPr lang="en-US" altLang="ko-KR" dirty="0"/>
                <a:t>8</a:t>
              </a:r>
              <a:endParaRPr lang="ko-KR" altLang="en-US" dirty="0"/>
            </a:p>
          </p:txBody>
        </p:sp>
      </p:grpSp>
    </p:spTree>
    <p:extLst>
      <p:ext uri="{BB962C8B-B14F-4D97-AF65-F5344CB8AC3E}">
        <p14:creationId xmlns:p14="http://schemas.microsoft.com/office/powerpoint/2010/main" val="123199883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C2A3B2DE-16FA-4675-B323-9024B88EE9A7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571"/>
          <a:stretch/>
        </p:blipFill>
        <p:spPr>
          <a:xfrm>
            <a:off x="0" y="94119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852947983"/>
              </p:ext>
            </p:extLst>
          </p:nvPr>
        </p:nvGraphicFramePr>
        <p:xfrm>
          <a:off x="0" y="0"/>
          <a:ext cx="12192000" cy="8280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3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F-18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2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join_form.html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정보입력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가입완료</a:t>
                      </a:r>
                      <a:endParaRPr lang="en-US" altLang="ko-KR" sz="12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2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약관동의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정보입력 </a:t>
                      </a:r>
                      <a:r>
                        <a:rPr lang="en-US" altLang="ko-KR" sz="12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200" dirty="0">
                          <a:solidFill>
                            <a:schemeClr val="tx1"/>
                          </a:solidFill>
                        </a:rPr>
                        <a:t>가입완료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35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988970245"/>
              </p:ext>
            </p:extLst>
          </p:nvPr>
        </p:nvGraphicFramePr>
        <p:xfrm>
          <a:off x="7292972" y="941195"/>
          <a:ext cx="4899028" cy="859473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홈으로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 -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메인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sp>
        <p:nvSpPr>
          <p:cNvPr id="26" name="타원 25">
            <a:extLst>
              <a:ext uri="{FF2B5EF4-FFF2-40B4-BE49-F238E27FC236}">
                <a16:creationId xmlns:a16="http://schemas.microsoft.com/office/drawing/2014/main" id="{6F9048DD-688D-41B0-A858-7BCC566BC716}"/>
              </a:ext>
            </a:extLst>
          </p:cNvPr>
          <p:cNvSpPr/>
          <p:nvPr/>
        </p:nvSpPr>
        <p:spPr>
          <a:xfrm>
            <a:off x="2394602" y="397085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7" name="직사각형 26">
            <a:extLst>
              <a:ext uri="{FF2B5EF4-FFF2-40B4-BE49-F238E27FC236}">
                <a16:creationId xmlns:a16="http://schemas.microsoft.com/office/drawing/2014/main" id="{7F17F3A3-8EBE-4B7C-8DC7-53A5DCBC3087}"/>
              </a:ext>
            </a:extLst>
          </p:cNvPr>
          <p:cNvSpPr/>
          <p:nvPr/>
        </p:nvSpPr>
        <p:spPr>
          <a:xfrm>
            <a:off x="2760617" y="3848413"/>
            <a:ext cx="1663338" cy="447612"/>
          </a:xfrm>
          <a:prstGeom prst="rect">
            <a:avLst/>
          </a:prstGeom>
          <a:noFill/>
          <a:ln w="28575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12080636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9" b="16317"/>
          <a:stretch/>
        </p:blipFill>
        <p:spPr>
          <a:xfrm>
            <a:off x="8709" y="784445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95391925"/>
              </p:ext>
            </p:extLst>
          </p:nvPr>
        </p:nvGraphicFramePr>
        <p:xfrm>
          <a:off x="7301681" y="784445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  <p:graphicFrame>
        <p:nvGraphicFramePr>
          <p:cNvPr id="50" name="표 49">
            <a:extLst>
              <a:ext uri="{FF2B5EF4-FFF2-40B4-BE49-F238E27FC236}">
                <a16:creationId xmlns:a16="http://schemas.microsoft.com/office/drawing/2014/main" id="{E488DC96-4D13-49FC-8F20-9AB7617A9ED4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666789297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F-19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회사소개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aside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pSp>
        <p:nvGrpSpPr>
          <p:cNvPr id="51" name="그룹 50">
            <a:extLst>
              <a:ext uri="{FF2B5EF4-FFF2-40B4-BE49-F238E27FC236}">
                <a16:creationId xmlns:a16="http://schemas.microsoft.com/office/drawing/2014/main" id="{455901F9-D28D-4C24-A4EC-3CC460E59ED7}"/>
              </a:ext>
            </a:extLst>
          </p:cNvPr>
          <p:cNvGrpSpPr/>
          <p:nvPr/>
        </p:nvGrpSpPr>
        <p:grpSpPr>
          <a:xfrm>
            <a:off x="1907176" y="784445"/>
            <a:ext cx="5297157" cy="4014653"/>
            <a:chOff x="0" y="1881051"/>
            <a:chExt cx="7195625" cy="2694369"/>
          </a:xfrm>
          <a:solidFill>
            <a:schemeClr val="bg1"/>
          </a:solidFill>
        </p:grpSpPr>
        <p:sp>
          <p:nvSpPr>
            <p:cNvPr id="52" name="직사각형 51">
              <a:extLst>
                <a:ext uri="{FF2B5EF4-FFF2-40B4-BE49-F238E27FC236}">
                  <a16:creationId xmlns:a16="http://schemas.microsoft.com/office/drawing/2014/main" id="{97483392-D892-4315-8218-71094B4D2E82}"/>
                </a:ext>
              </a:extLst>
            </p:cNvPr>
            <p:cNvSpPr/>
            <p:nvPr/>
          </p:nvSpPr>
          <p:spPr>
            <a:xfrm>
              <a:off x="1" y="1881051"/>
              <a:ext cx="7195624" cy="2694369"/>
            </a:xfrm>
            <a:prstGeom prst="rect">
              <a:avLst/>
            </a:prstGeom>
            <a:grpFill/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ko-KR" altLang="en-US"/>
            </a:p>
          </p:txBody>
        </p:sp>
        <p:grpSp>
          <p:nvGrpSpPr>
            <p:cNvPr id="53" name="그룹 52">
              <a:extLst>
                <a:ext uri="{FF2B5EF4-FFF2-40B4-BE49-F238E27FC236}">
                  <a16:creationId xmlns:a16="http://schemas.microsoft.com/office/drawing/2014/main" id="{183EB249-E570-485D-9BD1-967519EE4A3C}"/>
                </a:ext>
              </a:extLst>
            </p:cNvPr>
            <p:cNvGrpSpPr/>
            <p:nvPr/>
          </p:nvGrpSpPr>
          <p:grpSpPr>
            <a:xfrm>
              <a:off x="0" y="1881051"/>
              <a:ext cx="7195624" cy="2694369"/>
              <a:chOff x="0" y="1881051"/>
              <a:chExt cx="7195624" cy="2694369"/>
            </a:xfrm>
            <a:grpFill/>
          </p:grpSpPr>
          <p:cxnSp>
            <p:nvCxnSpPr>
              <p:cNvPr id="54" name="직선 연결선 53">
                <a:extLst>
                  <a:ext uri="{FF2B5EF4-FFF2-40B4-BE49-F238E27FC236}">
                    <a16:creationId xmlns:a16="http://schemas.microsoft.com/office/drawing/2014/main" id="{9F3C1C2A-7987-48B6-BDCB-1C010729CAC6}"/>
                  </a:ext>
                </a:extLst>
              </p:cNvPr>
              <p:cNvCxnSpPr/>
              <p:nvPr/>
            </p:nvCxnSpPr>
            <p:spPr>
              <a:xfrm>
                <a:off x="0" y="1881051"/>
                <a:ext cx="7195624" cy="2694369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  <p:cxnSp>
            <p:nvCxnSpPr>
              <p:cNvPr id="55" name="직선 연결선 54">
                <a:extLst>
                  <a:ext uri="{FF2B5EF4-FFF2-40B4-BE49-F238E27FC236}">
                    <a16:creationId xmlns:a16="http://schemas.microsoft.com/office/drawing/2014/main" id="{92903EBB-446D-453C-B7F2-70187FAA84D5}"/>
                  </a:ext>
                </a:extLst>
              </p:cNvPr>
              <p:cNvCxnSpPr>
                <a:cxnSpLocks/>
              </p:cNvCxnSpPr>
              <p:nvPr/>
            </p:nvCxnSpPr>
            <p:spPr>
              <a:xfrm flipV="1">
                <a:off x="0" y="1891246"/>
                <a:ext cx="7195624" cy="2684174"/>
              </a:xfrm>
              <a:prstGeom prst="line">
                <a:avLst/>
              </a:prstGeom>
              <a:grpFill/>
              <a:ln>
                <a:solidFill>
                  <a:schemeClr val="tx1"/>
                </a:solidFill>
              </a:ln>
            </p:spPr>
            <p:style>
              <a:lnRef idx="1">
                <a:schemeClr val="accent1"/>
              </a:lnRef>
              <a:fillRef idx="0">
                <a:schemeClr val="accent1"/>
              </a:fillRef>
              <a:effectRef idx="0">
                <a:schemeClr val="accent1"/>
              </a:effectRef>
              <a:fontRef idx="minor">
                <a:schemeClr val="tx1"/>
              </a:fontRef>
            </p:style>
          </p:cxnSp>
        </p:grpSp>
      </p:grpSp>
      <p:sp>
        <p:nvSpPr>
          <p:cNvPr id="56" name="TextBox 55">
            <a:extLst>
              <a:ext uri="{FF2B5EF4-FFF2-40B4-BE49-F238E27FC236}">
                <a16:creationId xmlns:a16="http://schemas.microsoft.com/office/drawing/2014/main" id="{94381EEA-7BD7-444C-BE90-2A52E0CDC63C}"/>
              </a:ext>
            </a:extLst>
          </p:cNvPr>
          <p:cNvSpPr txBox="1"/>
          <p:nvPr/>
        </p:nvSpPr>
        <p:spPr>
          <a:xfrm>
            <a:off x="9218" y="790604"/>
            <a:ext cx="1282723" cy="338554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ko-KR" altLang="en-US" sz="1600" b="1" dirty="0">
                <a:solidFill>
                  <a:srgbClr val="0000FF"/>
                </a:solidFill>
              </a:rPr>
              <a:t>사이드 영역</a:t>
            </a:r>
          </a:p>
        </p:txBody>
      </p:sp>
    </p:spTree>
    <p:extLst>
      <p:ext uri="{BB962C8B-B14F-4D97-AF65-F5344CB8AC3E}">
        <p14:creationId xmlns:p14="http://schemas.microsoft.com/office/powerpoint/2010/main" val="297277423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F859D26A-F4FC-4EEF-B835-99A0B4A4FC43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509" b="16317"/>
          <a:stretch/>
        </p:blipFill>
        <p:spPr>
          <a:xfrm>
            <a:off x="0" y="1002158"/>
            <a:ext cx="7196399" cy="4014653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/>
        </p:nvGraphicFramePr>
        <p:xfrm>
          <a:off x="0" y="0"/>
          <a:ext cx="12192000" cy="94996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>
                        <a:lnSpc>
                          <a:spcPct val="17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F-19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75000"/>
                        </a:lnSpc>
                      </a:pP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company.html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  <a:endParaRPr lang="en-US" altLang="ko-KR" sz="1600" dirty="0">
                        <a:solidFill>
                          <a:schemeClr val="tx1"/>
                        </a:solidFill>
                      </a:endParaRPr>
                    </a:p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회원가입 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약관동의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>
                        <a:lnSpc>
                          <a:spcPct val="175000"/>
                        </a:lnSpc>
                      </a:pP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/>
        </p:nvGraphicFramePr>
        <p:xfrm>
          <a:off x="7292972" y="1002158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82563" indent="-182563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Char char="•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78582495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그림 2" descr="스크린샷이(가) 표시된 사진&#10;&#10;자동 생성된 설명">
            <a:extLst>
              <a:ext uri="{FF2B5EF4-FFF2-40B4-BE49-F238E27FC236}">
                <a16:creationId xmlns:a16="http://schemas.microsoft.com/office/drawing/2014/main" id="{30033B3C-FDFF-4F3C-86C3-2420BAE0EA39}"/>
              </a:ext>
            </a:extLst>
          </p:cNvPr>
          <p:cNvPicPr>
            <a:picLocks noChangeAspect="1"/>
          </p:cNvPicPr>
          <p:nvPr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6762" b="16571"/>
          <a:stretch/>
        </p:blipFill>
        <p:spPr>
          <a:xfrm>
            <a:off x="0" y="793154"/>
            <a:ext cx="7196400" cy="401465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/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2412274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3683726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F-13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login_form.html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Gnb</a:t>
                      </a:r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 &gt; </a:t>
                      </a:r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로그인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4076803626"/>
              </p:ext>
            </p:extLst>
          </p:nvPr>
        </p:nvGraphicFramePr>
        <p:xfrm>
          <a:off x="7292972" y="793154"/>
          <a:ext cx="4899028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803326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853930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241772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0" indent="0" algn="l" latinLnBrk="1">
                        <a:lnSpc>
                          <a:spcPct val="125000"/>
                        </a:lnSpc>
                        <a:buFont typeface="Arial" panose="020B0604020202020204" pitchFamily="34" charset="0"/>
                        <a:buNone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23340289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30" cy="5318612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27306506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F-19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pds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자료실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38442187"/>
              </p:ext>
            </p:extLst>
          </p:nvPr>
        </p:nvGraphicFramePr>
        <p:xfrm>
          <a:off x="7652238" y="1200516"/>
          <a:ext cx="4539762" cy="207772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자료실 컨텐츠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45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95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812069" y="60745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2627172523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29" cy="531861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81851814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F-20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 err="1">
                          <a:solidFill>
                            <a:schemeClr val="tx1"/>
                          </a:solidFill>
                        </a:rPr>
                        <a:t>ans_board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질문답변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476396443"/>
              </p:ext>
            </p:extLst>
          </p:nvPr>
        </p:nvGraphicFramePr>
        <p:xfrm>
          <a:off x="7652238" y="1200516"/>
          <a:ext cx="4539762" cy="241300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</a:t>
                      </a:r>
                      <a:r>
                        <a:rPr lang="en-US" altLang="ko-KR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글쓴이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Q&amp;A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Q&amp;A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게시판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10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클릭 시 관련 게시판 페이지로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42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91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759317" y="606578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960691489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그림 3"/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200516"/>
            <a:ext cx="7508629" cy="5318611"/>
          </a:xfrm>
          <a:prstGeom prst="rect">
            <a:avLst/>
          </a:prstGeom>
          <a:ln>
            <a:solidFill>
              <a:schemeClr val="tx1"/>
            </a:solidFill>
          </a:ln>
        </p:spPr>
      </p:pic>
      <p:graphicFrame>
        <p:nvGraphicFramePr>
          <p:cNvPr id="7" name="표 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151174495"/>
              </p:ext>
            </p:extLst>
          </p:nvPr>
        </p:nvGraphicFramePr>
        <p:xfrm>
          <a:off x="0" y="0"/>
          <a:ext cx="12192000" cy="74168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1345223">
                  <a:extLst>
                    <a:ext uri="{9D8B030D-6E8A-4147-A177-3AD203B41FA5}">
                      <a16:colId xmlns:a16="http://schemas.microsoft.com/office/drawing/2014/main" val="3208971625"/>
                    </a:ext>
                  </a:extLst>
                </a:gridCol>
                <a:gridCol w="4750777">
                  <a:extLst>
                    <a:ext uri="{9D8B030D-6E8A-4147-A177-3AD203B41FA5}">
                      <a16:colId xmlns:a16="http://schemas.microsoft.com/office/drawing/2014/main" val="2054148690"/>
                    </a:ext>
                  </a:extLst>
                </a:gridCol>
                <a:gridCol w="4621823">
                  <a:extLst>
                    <a:ext uri="{9D8B030D-6E8A-4147-A177-3AD203B41FA5}">
                      <a16:colId xmlns:a16="http://schemas.microsoft.com/office/drawing/2014/main" val="1281498109"/>
                    </a:ext>
                  </a:extLst>
                </a:gridCol>
                <a:gridCol w="1474177">
                  <a:extLst>
                    <a:ext uri="{9D8B030D-6E8A-4147-A177-3AD203B41FA5}">
                      <a16:colId xmlns:a16="http://schemas.microsoft.com/office/drawing/2014/main" val="3474595918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문서 코드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파일명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 err="1">
                          <a:solidFill>
                            <a:schemeClr val="tx1"/>
                          </a:solidFill>
                        </a:rPr>
                        <a:t>화면명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작성자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0531278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F-21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600" dirty="0">
                          <a:solidFill>
                            <a:schemeClr val="tx1"/>
                          </a:solidFill>
                        </a:rPr>
                        <a:t>online</a:t>
                      </a:r>
                      <a:endParaRPr lang="ko-KR" altLang="en-US" sz="16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동영상 강의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600" dirty="0">
                          <a:solidFill>
                            <a:schemeClr val="tx1"/>
                          </a:solidFill>
                        </a:rPr>
                        <a:t>하 태민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22825038"/>
                  </a:ext>
                </a:extLst>
              </a:tr>
            </a:tbl>
          </a:graphicData>
        </a:graphic>
      </p:graphicFrame>
      <p:graphicFrame>
        <p:nvGraphicFramePr>
          <p:cNvPr id="8" name="표 7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14971851"/>
              </p:ext>
            </p:extLst>
          </p:nvPr>
        </p:nvGraphicFramePr>
        <p:xfrm>
          <a:off x="7652238" y="1200516"/>
          <a:ext cx="4539762" cy="2580640"/>
        </p:xfrm>
        <a:graphic>
          <a:graphicData uri="http://schemas.openxmlformats.org/drawingml/2006/table">
            <a:tbl>
              <a:tblPr firstRow="1" bandRow="1">
                <a:tableStyleId>{F5AB1C69-6EDB-4FF4-983F-18BD219EF322}</a:tableStyleId>
              </a:tblPr>
              <a:tblGrid>
                <a:gridCol w="744415">
                  <a:extLst>
                    <a:ext uri="{9D8B030D-6E8A-4147-A177-3AD203B41FA5}">
                      <a16:colId xmlns:a16="http://schemas.microsoft.com/office/drawing/2014/main" val="3809828884"/>
                    </a:ext>
                  </a:extLst>
                </a:gridCol>
                <a:gridCol w="791308">
                  <a:extLst>
                    <a:ext uri="{9D8B030D-6E8A-4147-A177-3AD203B41FA5}">
                      <a16:colId xmlns:a16="http://schemas.microsoft.com/office/drawing/2014/main" val="3918799943"/>
                    </a:ext>
                  </a:extLst>
                </a:gridCol>
                <a:gridCol w="3004039">
                  <a:extLst>
                    <a:ext uri="{9D8B030D-6E8A-4147-A177-3AD203B41FA5}">
                      <a16:colId xmlns:a16="http://schemas.microsoft.com/office/drawing/2014/main" val="1481046431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No.1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400" dirty="0">
                          <a:solidFill>
                            <a:schemeClr val="tx1"/>
                          </a:solidFill>
                        </a:rPr>
                        <a:t>CRUD</a:t>
                      </a:r>
                      <a:endParaRPr lang="ko-KR" altLang="en-US" sz="14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기능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2">
                        <a:lumMod val="90000"/>
                      </a:schemeClr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5978167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1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 err="1">
                          <a:solidFill>
                            <a:schemeClr val="tx1"/>
                          </a:solidFill>
                        </a:rPr>
                        <a:t>드롭박스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(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도서명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)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77888001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2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강의 검색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19488592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3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동영상 강의 컨텐츠</a:t>
                      </a: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한 페이지당</a:t>
                      </a:r>
                      <a:r>
                        <a:rPr lang="ko-KR" altLang="en-US" sz="1100" baseline="0" dirty="0">
                          <a:solidFill>
                            <a:schemeClr val="tx1"/>
                          </a:solidFill>
                        </a:rPr>
                        <a:t> 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컨텐츠 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6</a:t>
                      </a: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개 출력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endParaRPr lang="en-US" altLang="ko-KR" sz="1100" dirty="0">
                        <a:solidFill>
                          <a:schemeClr val="tx1"/>
                        </a:solidFill>
                      </a:endParaRPr>
                    </a:p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제목 또는 이미지 클릭 시 관련 유튜브 주소로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59237542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 latinLnBrk="1"/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4</a:t>
                      </a:r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latinLnBrk="1"/>
                      <a:endParaRPr lang="ko-KR" altLang="en-US" sz="1100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marL="171450" indent="-171450" algn="l" latinLnBrk="1">
                        <a:buFontTx/>
                        <a:buChar char="-"/>
                      </a:pPr>
                      <a:r>
                        <a:rPr lang="ko-KR" altLang="en-US" sz="1100" dirty="0">
                          <a:solidFill>
                            <a:schemeClr val="tx1"/>
                          </a:solidFill>
                        </a:rPr>
                        <a:t>페이지 이동</a:t>
                      </a:r>
                      <a:r>
                        <a:rPr lang="en-US" altLang="ko-KR" sz="1100" dirty="0">
                          <a:solidFill>
                            <a:schemeClr val="tx1"/>
                          </a:solidFill>
                        </a:rPr>
                        <a:t>.</a:t>
                      </a:r>
                    </a:p>
                  </a:txBody>
                  <a:tcPr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878950322"/>
                  </a:ext>
                </a:extLst>
              </a:tr>
            </a:tbl>
          </a:graphicData>
        </a:graphic>
      </p:graphicFrame>
      <p:sp>
        <p:nvSpPr>
          <p:cNvPr id="19" name="타원 18"/>
          <p:cNvSpPr/>
          <p:nvPr/>
        </p:nvSpPr>
        <p:spPr>
          <a:xfrm>
            <a:off x="4599839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1</a:t>
            </a:r>
            <a:endParaRPr lang="ko-KR" altLang="en-US" dirty="0"/>
          </a:p>
        </p:txBody>
      </p:sp>
      <p:sp>
        <p:nvSpPr>
          <p:cNvPr id="20" name="타원 19"/>
          <p:cNvSpPr/>
          <p:nvPr/>
        </p:nvSpPr>
        <p:spPr>
          <a:xfrm>
            <a:off x="7129089" y="3050924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2</a:t>
            </a:r>
            <a:endParaRPr lang="ko-KR" altLang="en-US" dirty="0"/>
          </a:p>
        </p:txBody>
      </p:sp>
      <p:sp>
        <p:nvSpPr>
          <p:cNvPr id="22" name="타원 21"/>
          <p:cNvSpPr/>
          <p:nvPr/>
        </p:nvSpPr>
        <p:spPr>
          <a:xfrm>
            <a:off x="555381" y="3661997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3</a:t>
            </a:r>
            <a:endParaRPr lang="ko-KR" altLang="en-US" dirty="0"/>
          </a:p>
        </p:txBody>
      </p:sp>
      <p:sp>
        <p:nvSpPr>
          <p:cNvPr id="16" name="타원 15"/>
          <p:cNvSpPr/>
          <p:nvPr/>
        </p:nvSpPr>
        <p:spPr>
          <a:xfrm>
            <a:off x="2812069" y="6074576"/>
            <a:ext cx="254977" cy="254977"/>
          </a:xfrm>
          <a:prstGeom prst="ellipse">
            <a:avLst/>
          </a:prstGeom>
          <a:ln>
            <a:noFill/>
          </a:ln>
        </p:spPr>
        <p:style>
          <a:lnRef idx="2">
            <a:schemeClr val="accent4">
              <a:shade val="50000"/>
            </a:schemeClr>
          </a:lnRef>
          <a:fillRef idx="1">
            <a:schemeClr val="accent4"/>
          </a:fillRef>
          <a:effectRef idx="0">
            <a:schemeClr val="accent4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US" altLang="ko-KR" dirty="0"/>
              <a:t>4</a:t>
            </a:r>
            <a:endParaRPr lang="ko-KR" altLang="en-US" dirty="0"/>
          </a:p>
        </p:txBody>
      </p:sp>
    </p:spTree>
    <p:extLst>
      <p:ext uri="{BB962C8B-B14F-4D97-AF65-F5344CB8AC3E}">
        <p14:creationId xmlns:p14="http://schemas.microsoft.com/office/powerpoint/2010/main" val="4246214448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626</TotalTime>
  <Words>1049</Words>
  <Application>Microsoft Office PowerPoint</Application>
  <PresentationFormat>와이드스크린</PresentationFormat>
  <Paragraphs>417</Paragraphs>
  <Slides>19</Slides>
  <Notes>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19</vt:i4>
      </vt:variant>
    </vt:vector>
  </HeadingPairs>
  <TitlesOfParts>
    <vt:vector size="22" baseType="lpstr">
      <vt:lpstr>맑은 고딕</vt:lpstr>
      <vt:lpstr>Arial</vt:lpstr>
      <vt:lpstr>Office 테마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Ha Tae Min</dc:creator>
  <cp:lastModifiedBy>GDJ25</cp:lastModifiedBy>
  <cp:revision>155</cp:revision>
  <dcterms:created xsi:type="dcterms:W3CDTF">2020-05-04T01:46:29Z</dcterms:created>
  <dcterms:modified xsi:type="dcterms:W3CDTF">2020-06-02T09:16:00Z</dcterms:modified>
</cp:coreProperties>
</file>