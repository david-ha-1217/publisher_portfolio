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72" r:id="rId2"/>
    <p:sldId id="274" r:id="rId3"/>
    <p:sldId id="275" r:id="rId4"/>
    <p:sldId id="276" r:id="rId5"/>
    <p:sldId id="277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8" r:id="rId16"/>
    <p:sldId id="267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-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2020-05-25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588724"/>
              </p:ext>
            </p:extLst>
          </p:nvPr>
        </p:nvGraphicFramePr>
        <p:xfrm>
          <a:off x="325319" y="5527236"/>
          <a:ext cx="1155016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0054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3850054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배경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목적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기능 요약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기타 사항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177824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779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56011">
                  <a:extLst>
                    <a:ext uri="{9D8B030D-6E8A-4147-A177-3AD203B41FA5}">
                      <a16:colId xmlns:a16="http://schemas.microsoft.com/office/drawing/2014/main" val="4199810308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684463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기획의도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ans_board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 ) 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및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추가 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ans_board_cnt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6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154"/>
            <a:ext cx="7195624" cy="606484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76861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5212064"/>
              </p:ext>
            </p:extLst>
          </p:nvPr>
        </p:nvGraphicFramePr>
        <p:xfrm>
          <a:off x="7292972" y="793154"/>
          <a:ext cx="4899028" cy="633812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 : index.html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baseline="0" dirty="0">
                          <a:solidFill>
                            <a:schemeClr val="tx1"/>
                          </a:solidFill>
                        </a:rPr>
                        <a:t> - URL</a:t>
                      </a:r>
                      <a:r>
                        <a:rPr lang="ko-KR" altLang="en-US" sz="10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baseline="0" dirty="0">
                          <a:solidFill>
                            <a:schemeClr val="tx1"/>
                          </a:solidFill>
                        </a:rPr>
                        <a:t>:</a:t>
                      </a:r>
                      <a:r>
                        <a:rPr lang="ko-KR" altLang="en-US" sz="10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000" baseline="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 : company.html 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 : books.html 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 : pds.html 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 : ans_board.html 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+mj-ea"/>
                        <a:buNone/>
                      </a:pP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 - URL : online.html (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28600" indent="-22860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25000"/>
                        </a:lnSpc>
                        <a:buFontTx/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5098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9314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25000"/>
                        </a:lnSpc>
                        <a:buFontTx/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1072526"/>
                  </a:ext>
                </a:extLst>
              </a:tr>
            </a:tbl>
          </a:graphicData>
        </a:graphic>
      </p:graphicFrame>
      <p:sp>
        <p:nvSpPr>
          <p:cNvPr id="9" name="타원 8"/>
          <p:cNvSpPr/>
          <p:nvPr/>
        </p:nvSpPr>
        <p:spPr>
          <a:xfrm>
            <a:off x="2377440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463248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8908" y="1432304"/>
            <a:ext cx="7077807" cy="3701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/>
          <p:cNvSpPr/>
          <p:nvPr/>
        </p:nvSpPr>
        <p:spPr>
          <a:xfrm>
            <a:off x="6486381" y="10258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2734409" y="949569"/>
            <a:ext cx="1661746" cy="40756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/>
          <p:cNvSpPr/>
          <p:nvPr/>
        </p:nvSpPr>
        <p:spPr>
          <a:xfrm>
            <a:off x="136280" y="14898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5" name="직사각형 14"/>
          <p:cNvSpPr/>
          <p:nvPr/>
        </p:nvSpPr>
        <p:spPr>
          <a:xfrm>
            <a:off x="58908" y="1868362"/>
            <a:ext cx="7077807" cy="19611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/>
          <p:cNvSpPr/>
          <p:nvPr/>
        </p:nvSpPr>
        <p:spPr>
          <a:xfrm>
            <a:off x="136281" y="19180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58908" y="3945097"/>
            <a:ext cx="3651446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/>
          <p:cNvSpPr/>
          <p:nvPr/>
        </p:nvSpPr>
        <p:spPr>
          <a:xfrm>
            <a:off x="136281" y="40009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/>
          <p:cNvSpPr/>
          <p:nvPr/>
        </p:nvSpPr>
        <p:spPr>
          <a:xfrm>
            <a:off x="3772486" y="3945096"/>
            <a:ext cx="2399714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234332" y="3945096"/>
            <a:ext cx="902383" cy="184024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/>
          <p:cNvSpPr/>
          <p:nvPr/>
        </p:nvSpPr>
        <p:spPr>
          <a:xfrm>
            <a:off x="3836082" y="40009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6284161" y="39921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3" name="직사각형 22"/>
          <p:cNvSpPr/>
          <p:nvPr/>
        </p:nvSpPr>
        <p:spPr>
          <a:xfrm>
            <a:off x="58907" y="5900947"/>
            <a:ext cx="7077807" cy="88671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/>
          <p:cNvSpPr/>
          <p:nvPr/>
        </p:nvSpPr>
        <p:spPr>
          <a:xfrm>
            <a:off x="123686" y="59733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8192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89671"/>
            <a:ext cx="7196400" cy="606832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902038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Login_form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3769929"/>
              </p:ext>
            </p:extLst>
          </p:nvPr>
        </p:nvGraphicFramePr>
        <p:xfrm>
          <a:off x="7652238" y="1200516"/>
          <a:ext cx="4539762" cy="34137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다음 로그인 할 때 아이디가 저장됨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입력된 정보가 있는 경우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메인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id_find_form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pwd_find_form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577822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6" y="29985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6" y="343041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2086706" y="377879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3" name="타원 22"/>
          <p:cNvSpPr/>
          <p:nvPr/>
        </p:nvSpPr>
        <p:spPr>
          <a:xfrm>
            <a:off x="4931750" y="39617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4" name="타원 23"/>
          <p:cNvSpPr/>
          <p:nvPr/>
        </p:nvSpPr>
        <p:spPr>
          <a:xfrm>
            <a:off x="2086705" y="44984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5" name="타원 24"/>
          <p:cNvSpPr/>
          <p:nvPr/>
        </p:nvSpPr>
        <p:spPr>
          <a:xfrm>
            <a:off x="4931750" y="44984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6" name="타원 25"/>
          <p:cNvSpPr/>
          <p:nvPr/>
        </p:nvSpPr>
        <p:spPr>
          <a:xfrm>
            <a:off x="2086705" y="483107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982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200516"/>
            <a:ext cx="7508629" cy="53186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51167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F-13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7502495"/>
              </p:ext>
            </p:extLst>
          </p:nvPr>
        </p:nvGraphicFramePr>
        <p:xfrm>
          <a:off x="7652238" y="1200516"/>
          <a:ext cx="4539762" cy="3398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자리 인증번호 입력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이메일 주소 형식이 맞으면 인증번호를 이메일 전송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이메일 주소 형식이 맞지 않으면 브라우저 기능의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맞으면 아이디를 알려주는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맞지 않으면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팝업으로 안내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8" y="40708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8" y="454324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207976" y="453995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2086708" y="51735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5207976" y="517352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081096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200516"/>
            <a:ext cx="7508629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1641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831949"/>
              </p:ext>
            </p:extLst>
          </p:nvPr>
        </p:nvGraphicFramePr>
        <p:xfrm>
          <a:off x="7652238" y="1200516"/>
          <a:ext cx="4539762" cy="3769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자리 인증번호 입력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아이디와 이메일 주소 형식이 맞으면 인증번호를 이메일 전송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아이디와 이메일 주소 형식이 맞지 않으면 브라우저 기능의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맞으면 패스워드 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인증번호가 맞지 않으면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팝업으로 안내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086708" y="38334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2086708" y="4261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2086707" y="46766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5207975" y="46766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2086708" y="5241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5207975" y="524110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00573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7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66422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F-15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agree_form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0000"/>
              </p:ext>
            </p:extLst>
          </p:nvPr>
        </p:nvGraphicFramePr>
        <p:xfrm>
          <a:off x="7652238" y="1200517"/>
          <a:ext cx="4539762" cy="3007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 동의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약관에 전체 동의 하지 않는 경우 확인버튼 비 활성화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약관 전체 동의 한 경우 </a:t>
                      </a:r>
                      <a:r>
                        <a:rPr lang="ko-KR" altLang="en-US" sz="1100" baseline="0" dirty="0" err="1">
                          <a:solidFill>
                            <a:schemeClr val="tx1"/>
                          </a:solidFill>
                        </a:rPr>
                        <a:t>정보입력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join_form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5067303" y="36048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5067303" y="51663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4566142" y="54942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2243506" y="58802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5067303" y="58802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72358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00252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join_form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867095"/>
              </p:ext>
            </p:extLst>
          </p:nvPr>
        </p:nvGraphicFramePr>
        <p:xfrm>
          <a:off x="7652238" y="1200516"/>
          <a:ext cx="4539762" cy="43992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확인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이미 아이디가 존재 한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아이디가 존재 하지 않는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주소 형식 입력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이미 이메일이 존재 한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이메일이 존재 하지 않는 경우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모든 입력 정보가 입력 되면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US" altLang="ko-KR" sz="1100" baseline="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216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1504951" y="36839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5942131" y="368397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1504951" y="407589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2" name="타원 11"/>
          <p:cNvSpPr/>
          <p:nvPr/>
        </p:nvSpPr>
        <p:spPr>
          <a:xfrm>
            <a:off x="5942131" y="407872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3" name="타원 12"/>
          <p:cNvSpPr/>
          <p:nvPr/>
        </p:nvSpPr>
        <p:spPr>
          <a:xfrm>
            <a:off x="1504950" y="45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0" name="타원 9"/>
          <p:cNvSpPr/>
          <p:nvPr/>
        </p:nvSpPr>
        <p:spPr>
          <a:xfrm>
            <a:off x="1504950" y="4926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4" name="타원 13"/>
          <p:cNvSpPr/>
          <p:nvPr/>
        </p:nvSpPr>
        <p:spPr>
          <a:xfrm>
            <a:off x="2360735" y="572088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5" name="타원 14"/>
          <p:cNvSpPr/>
          <p:nvPr/>
        </p:nvSpPr>
        <p:spPr>
          <a:xfrm>
            <a:off x="5045319" y="572088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7134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50577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6533"/>
              </p:ext>
            </p:extLst>
          </p:nvPr>
        </p:nvGraphicFramePr>
        <p:xfrm>
          <a:off x="7652238" y="1200516"/>
          <a:ext cx="4539762" cy="797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url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: index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2375390" y="57237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8940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7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9843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F-18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20577"/>
              </p:ext>
            </p:extLst>
          </p:nvPr>
        </p:nvGraphicFramePr>
        <p:xfrm>
          <a:off x="7652238" y="1200516"/>
          <a:ext cx="4539762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798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91879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30650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442187"/>
              </p:ext>
            </p:extLst>
          </p:nvPr>
        </p:nvGraphicFramePr>
        <p:xfrm>
          <a:off x="7652238" y="1200516"/>
          <a:ext cx="4539762" cy="2077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72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18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ans_board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396443"/>
              </p:ext>
            </p:extLst>
          </p:nvPr>
        </p:nvGraphicFramePr>
        <p:xfrm>
          <a:off x="7652238" y="1200516"/>
          <a:ext cx="4539762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글쓴이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게시판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관련 게시판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2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1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759317" y="60657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06914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17449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971851"/>
              </p:ext>
            </p:extLst>
          </p:nvPr>
        </p:nvGraphicFramePr>
        <p:xfrm>
          <a:off x="7652238" y="1200516"/>
          <a:ext cx="4539762" cy="2580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강의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또는 이미지 클릭 시 관련 유튜브 주소로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3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8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214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968</Words>
  <Application>Microsoft Office PowerPoint</Application>
  <PresentationFormat>와이드스크린</PresentationFormat>
  <Paragraphs>373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1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43</cp:revision>
  <dcterms:created xsi:type="dcterms:W3CDTF">2020-05-04T01:46:29Z</dcterms:created>
  <dcterms:modified xsi:type="dcterms:W3CDTF">2020-05-25T07:32:50Z</dcterms:modified>
</cp:coreProperties>
</file>