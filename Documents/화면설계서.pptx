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302" r:id="rId2"/>
    <p:sldId id="274" r:id="rId3"/>
    <p:sldId id="276" r:id="rId4"/>
    <p:sldId id="277" r:id="rId5"/>
    <p:sldId id="278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89" r:id="rId14"/>
    <p:sldId id="288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DFFD3-801A-4847-B53A-318024766E7A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E91E2-ECE0-4D07-828D-29F315F2D907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 b="1">
                <a:solidFill>
                  <a:schemeClr val="tx1"/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82325-49F0-4E3D-9B08-AB660A47CDF8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BE567-482D-4970-8B1A-5FAA055738AD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9EFD5-6088-4BB5-870B-3F943230C4B4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05EB-9B2E-4473-AFCE-FD092AFBD67B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D3E8C-CC10-45BF-AE7D-DD01FE085E28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6E42D-FBBF-4923-A17E-46ED50D13173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9A67-6DEF-481C-ACB6-8D12FE4D3D7C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2116-8185-4A7F-B65F-474B3CD43486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5F05F-878A-495F-B5E6-DE178A736818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469E4-2485-4EA2-B06B-70AADD13A738}" type="datetime1">
              <a:rPr lang="ko-KR" altLang="en-US" smtClean="0"/>
              <a:t>2020-07-03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CC5E064-25D9-4B3D-995E-AD4660D5EFB9}"/>
              </a:ext>
            </a:extLst>
          </p:cNvPr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26928-816F-471D-9F49-195222CCDCA0}"/>
              </a:ext>
            </a:extLst>
          </p:cNvPr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7F95D5-1F46-4500-AF24-423BA1BB4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54378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69CCF0-2A75-4DFD-BF76-5872E2BAD5B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85771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</a:t>
            </a:fld>
            <a:endParaRPr lang="ko-KR" altLang="en-US" dirty="0"/>
          </a:p>
        </p:txBody>
      </p:sp>
      <p:grpSp>
        <p:nvGrpSpPr>
          <p:cNvPr id="21" name="그룹 20"/>
          <p:cNvGrpSpPr/>
          <p:nvPr/>
        </p:nvGrpSpPr>
        <p:grpSpPr>
          <a:xfrm>
            <a:off x="7467600" y="2835150"/>
            <a:ext cx="3867554" cy="1846634"/>
            <a:chOff x="2228362" y="2930446"/>
            <a:chExt cx="3867554" cy="1846634"/>
          </a:xfrm>
        </p:grpSpPr>
        <p:sp>
          <p:nvSpPr>
            <p:cNvPr id="10" name="직사각형 9"/>
            <p:cNvSpPr/>
            <p:nvPr/>
          </p:nvSpPr>
          <p:spPr>
            <a:xfrm>
              <a:off x="3058932" y="4124823"/>
              <a:ext cx="3036984" cy="4140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화면 설계                  </a:t>
              </a:r>
              <a:r>
                <a:rPr lang="en-US" altLang="ko-KR" sz="1600" b="1" dirty="0"/>
                <a:t>5 Page</a:t>
              </a:r>
              <a:endParaRPr lang="ko-KR" altLang="en-US" sz="1600" b="1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28362" y="413074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02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058932" y="2930446"/>
              <a:ext cx="3036984" cy="4140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b="1" dirty="0"/>
                <a:t>Document History     3 Page</a:t>
              </a:r>
              <a:endParaRPr lang="ko-KR" altLang="en-US" sz="1600" b="1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28362" y="2936372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01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1843397"/>
              </p:ext>
            </p:extLst>
          </p:nvPr>
        </p:nvGraphicFramePr>
        <p:xfrm>
          <a:off x="219403" y="2714092"/>
          <a:ext cx="11884673" cy="2814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서비스 개요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 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화면설계 수정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0.3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2020-07-01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화면설계 수정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company, directions 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화면설계 삭제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com_side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4</a:t>
            </a:fld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5871847" y="3122885"/>
            <a:ext cx="6320153" cy="2137311"/>
            <a:chOff x="5314606" y="2394433"/>
            <a:chExt cx="6320153" cy="2137311"/>
          </a:xfrm>
        </p:grpSpPr>
        <p:grpSp>
          <p:nvGrpSpPr>
            <p:cNvPr id="2" name="그룹 1"/>
            <p:cNvGrpSpPr/>
            <p:nvPr/>
          </p:nvGrpSpPr>
          <p:grpSpPr>
            <a:xfrm>
              <a:off x="5314606" y="2394433"/>
              <a:ext cx="3036984" cy="2137311"/>
              <a:chOff x="5314606" y="2394433"/>
              <a:chExt cx="3036984" cy="2137311"/>
            </a:xfrm>
          </p:grpSpPr>
          <p:sp>
            <p:nvSpPr>
              <p:cNvPr id="9" name="직사각형 8"/>
              <p:cNvSpPr/>
              <p:nvPr/>
            </p:nvSpPr>
            <p:spPr>
              <a:xfrm>
                <a:off x="5314606" y="239443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공통영역 </a:t>
                </a:r>
                <a:r>
                  <a:rPr lang="en-US" altLang="ko-KR" sz="1200" b="1" dirty="0"/>
                  <a:t>                               6 Page</a:t>
                </a:r>
                <a:endParaRPr lang="ko-KR" altLang="en-US" sz="1200" b="1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314606" y="3733514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회사소개                              </a:t>
                </a:r>
                <a:r>
                  <a:rPr lang="en-US" altLang="ko-KR" sz="1200" b="1" dirty="0"/>
                  <a:t>14 Page</a:t>
                </a:r>
                <a:endParaRPr lang="ko-KR" altLang="en-US" sz="1200" b="1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5314606" y="286034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err="1"/>
                  <a:t>메인페이지</a:t>
                </a:r>
                <a:r>
                  <a:rPr lang="en-US" altLang="ko-KR" sz="1200" b="1" dirty="0"/>
                  <a:t>                             7 Page</a:t>
                </a:r>
                <a:endParaRPr lang="ko-KR" altLang="en-US" sz="12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314606" y="3322008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로그인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회원가입                      </a:t>
                </a:r>
                <a:r>
                  <a:rPr lang="en-US" altLang="ko-KR" sz="1200" b="1" dirty="0"/>
                  <a:t>8 Page</a:t>
                </a:r>
                <a:endParaRPr lang="ko-KR" altLang="en-US" sz="1200" b="1" dirty="0"/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5314606" y="4198127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도서                                    </a:t>
                </a:r>
                <a:r>
                  <a:rPr lang="en-US" altLang="ko-KR" sz="1200" b="1" dirty="0"/>
                  <a:t>17 Page</a:t>
                </a:r>
                <a:endParaRPr lang="ko-KR" altLang="en-US" sz="1200" b="1" dirty="0"/>
              </a:p>
            </p:txBody>
          </p:sp>
        </p:grpSp>
        <p:grpSp>
          <p:nvGrpSpPr>
            <p:cNvPr id="25" name="그룹 24"/>
            <p:cNvGrpSpPr/>
            <p:nvPr/>
          </p:nvGrpSpPr>
          <p:grpSpPr>
            <a:xfrm>
              <a:off x="8597775" y="2394433"/>
              <a:ext cx="3036984" cy="1718612"/>
              <a:chOff x="8226372" y="4121210"/>
              <a:chExt cx="3036984" cy="1718612"/>
            </a:xfrm>
          </p:grpSpPr>
          <p:sp>
            <p:nvSpPr>
              <p:cNvPr id="18" name="직사각형 17"/>
              <p:cNvSpPr/>
              <p:nvPr/>
            </p:nvSpPr>
            <p:spPr>
              <a:xfrm>
                <a:off x="8226372" y="412121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자료실                                 </a:t>
                </a:r>
                <a:r>
                  <a:rPr lang="en-US" altLang="ko-KR" sz="1200" b="1" dirty="0"/>
                  <a:t>19 Page</a:t>
                </a:r>
                <a:endParaRPr lang="ko-KR" altLang="en-US" sz="1200" b="1" dirty="0"/>
              </a:p>
            </p:txBody>
          </p:sp>
          <p:sp>
            <p:nvSpPr>
              <p:cNvPr id="19" name="직사각형 18"/>
              <p:cNvSpPr/>
              <p:nvPr/>
            </p:nvSpPr>
            <p:spPr>
              <a:xfrm>
                <a:off x="8226372" y="458287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동영상강의                           </a:t>
                </a:r>
                <a:r>
                  <a:rPr lang="en-US" altLang="ko-KR" sz="1200" b="1" dirty="0"/>
                  <a:t>20 Page</a:t>
                </a:r>
                <a:endParaRPr lang="ko-KR" altLang="en-US" sz="1200" b="1" dirty="0"/>
              </a:p>
            </p:txBody>
          </p:sp>
          <p:sp>
            <p:nvSpPr>
              <p:cNvPr id="20" name="직사각형 19"/>
              <p:cNvSpPr/>
              <p:nvPr/>
            </p:nvSpPr>
            <p:spPr>
              <a:xfrm>
                <a:off x="8226372" y="504454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질문답변                              </a:t>
                </a:r>
                <a:r>
                  <a:rPr lang="en-US" altLang="ko-KR" sz="1200" b="1" dirty="0"/>
                  <a:t>22 Page</a:t>
                </a:r>
                <a:endParaRPr lang="ko-KR" altLang="en-US" sz="1200" b="1" dirty="0"/>
              </a:p>
            </p:txBody>
          </p:sp>
          <p:sp>
            <p:nvSpPr>
              <p:cNvPr id="21" name="직사각형 20"/>
              <p:cNvSpPr/>
              <p:nvPr/>
            </p:nvSpPr>
            <p:spPr>
              <a:xfrm>
                <a:off x="8226372" y="550620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200" b="1" dirty="0"/>
                  <a:t>(</a:t>
                </a:r>
                <a:r>
                  <a:rPr lang="ko-KR" altLang="en-US" sz="1200" b="1" dirty="0"/>
                  <a:t>마이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관리</a:t>
                </a:r>
                <a:r>
                  <a:rPr lang="en-US" altLang="ko-KR" sz="1200" b="1" dirty="0"/>
                  <a:t>)</a:t>
                </a:r>
                <a:r>
                  <a:rPr lang="ko-KR" altLang="en-US" sz="1200" b="1" dirty="0"/>
                  <a:t>페이지                  </a:t>
                </a:r>
                <a:r>
                  <a:rPr lang="en-US" altLang="ko-KR" sz="1200" b="1" dirty="0"/>
                  <a:t>24 Page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 descr="스크린샷이(가) 표시된 사진&#10;&#10;자동 생성된 설명">
            <a:extLst>
              <a:ext uri="{FF2B5EF4-FFF2-40B4-BE49-F238E27FC236}">
                <a16:creationId xmlns:a16="http://schemas.microsoft.com/office/drawing/2014/main" id="{8DA5D188-E2FC-45EC-8923-68309DBACCE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933"/>
          <a:stretch/>
        </p:blipFill>
        <p:spPr>
          <a:xfrm>
            <a:off x="-1" y="4645177"/>
            <a:ext cx="7195624" cy="94884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2" name="그룹 41">
            <a:extLst>
              <a:ext uri="{FF2B5EF4-FFF2-40B4-BE49-F238E27FC236}">
                <a16:creationId xmlns:a16="http://schemas.microsoft.com/office/drawing/2014/main" id="{25AE743B-34E5-4684-BF82-BB8992A5C349}"/>
              </a:ext>
            </a:extLst>
          </p:cNvPr>
          <p:cNvGrpSpPr/>
          <p:nvPr/>
        </p:nvGrpSpPr>
        <p:grpSpPr>
          <a:xfrm>
            <a:off x="0" y="2524626"/>
            <a:ext cx="7195625" cy="2042003"/>
            <a:chOff x="0" y="1881051"/>
            <a:chExt cx="7195625" cy="2694369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831AC7B0-23F5-426E-B6D0-A6D0D630E938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4D8D1471-8277-40C9-A223-7AD4448D2B77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</p:grpSpPr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C7DF8FC0-B8D7-4773-90AC-07AC39E14F0C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직선 연결선 34">
                <a:extLst>
                  <a:ext uri="{FF2B5EF4-FFF2-40B4-BE49-F238E27FC236}">
                    <a16:creationId xmlns:a16="http://schemas.microsoft.com/office/drawing/2014/main" id="{65DCF5E2-936E-45DE-837C-F509CA13E4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0" name="그림 19" descr="스크린샷이(가) 표시된 사진&#10;&#10;자동 생성된 설명">
            <a:extLst>
              <a:ext uri="{FF2B5EF4-FFF2-40B4-BE49-F238E27FC236}">
                <a16:creationId xmlns:a16="http://schemas.microsoft.com/office/drawing/2014/main" id="{2383CAF1-7797-436B-952E-FF7C164DE52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1918"/>
          <a:stretch/>
        </p:blipFill>
        <p:spPr>
          <a:xfrm>
            <a:off x="0" y="784363"/>
            <a:ext cx="7195624" cy="169758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1544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158487"/>
              </p:ext>
            </p:extLst>
          </p:nvPr>
        </p:nvGraphicFramePr>
        <p:xfrm>
          <a:off x="7292972" y="784363"/>
          <a:ext cx="4899028" cy="42808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sp>
        <p:nvSpPr>
          <p:cNvPr id="9" name="타원 8"/>
          <p:cNvSpPr/>
          <p:nvPr/>
        </p:nvSpPr>
        <p:spPr>
          <a:xfrm>
            <a:off x="2377440" y="101715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타원 9"/>
          <p:cNvSpPr/>
          <p:nvPr/>
        </p:nvSpPr>
        <p:spPr>
          <a:xfrm>
            <a:off x="5463248" y="101715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1" name="직사각형 10"/>
          <p:cNvSpPr/>
          <p:nvPr/>
        </p:nvSpPr>
        <p:spPr>
          <a:xfrm>
            <a:off x="58908" y="1423591"/>
            <a:ext cx="5070441" cy="9935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6486381" y="101715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2734409" y="940857"/>
            <a:ext cx="1661746" cy="4075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/>
          <p:cNvSpPr/>
          <p:nvPr/>
        </p:nvSpPr>
        <p:spPr>
          <a:xfrm>
            <a:off x="136280" y="148116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6486992" y="14771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9A356AF-A7B6-46EF-8246-D1EDD93E8D73}"/>
              </a:ext>
            </a:extLst>
          </p:cNvPr>
          <p:cNvSpPr/>
          <p:nvPr/>
        </p:nvSpPr>
        <p:spPr>
          <a:xfrm>
            <a:off x="5226698" y="1418937"/>
            <a:ext cx="1705326" cy="3701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241223-81D0-48E2-8033-4B4CB11779B9}"/>
              </a:ext>
            </a:extLst>
          </p:cNvPr>
          <p:cNvSpPr txBox="1"/>
          <p:nvPr/>
        </p:nvSpPr>
        <p:spPr>
          <a:xfrm>
            <a:off x="36289" y="787431"/>
            <a:ext cx="1077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헤더 영역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8FF934C-7F4D-4780-BE04-DE7A4B15F46C}"/>
              </a:ext>
            </a:extLst>
          </p:cNvPr>
          <p:cNvSpPr txBox="1"/>
          <p:nvPr/>
        </p:nvSpPr>
        <p:spPr>
          <a:xfrm>
            <a:off x="32781" y="4645177"/>
            <a:ext cx="1077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>
                <a:solidFill>
                  <a:srgbClr val="0000FF"/>
                </a:solidFill>
              </a:rPr>
              <a:t>푸터</a:t>
            </a:r>
            <a:r>
              <a:rPr lang="ko-KR" altLang="en-US" sz="1600" b="1" dirty="0">
                <a:solidFill>
                  <a:srgbClr val="0000FF"/>
                </a:solidFill>
              </a:rPr>
              <a:t> 영역</a:t>
            </a:r>
          </a:p>
        </p:txBody>
      </p:sp>
      <p:sp>
        <p:nvSpPr>
          <p:cNvPr id="15" name="슬라이드 번호 개체 틀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5647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16462"/>
              </p:ext>
            </p:extLst>
          </p:nvPr>
        </p:nvGraphicFramePr>
        <p:xfrm>
          <a:off x="7292972" y="793154"/>
          <a:ext cx="4899028" cy="37912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13457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230007"/>
              </p:ext>
            </p:extLst>
          </p:nvPr>
        </p:nvGraphicFramePr>
        <p:xfrm>
          <a:off x="7292972" y="793156"/>
          <a:ext cx="4899028" cy="330613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1892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556216"/>
              </p:ext>
            </p:extLst>
          </p:nvPr>
        </p:nvGraphicFramePr>
        <p:xfrm>
          <a:off x="7292972" y="793154"/>
          <a:ext cx="4899028" cy="257841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410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497318"/>
              </p:ext>
            </p:extLst>
          </p:nvPr>
        </p:nvGraphicFramePr>
        <p:xfrm>
          <a:off x="7292972" y="793154"/>
          <a:ext cx="4899028" cy="294925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782353"/>
            <a:ext cx="7196399" cy="5573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98829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220659"/>
              </p:ext>
            </p:extLst>
          </p:nvPr>
        </p:nvGraphicFramePr>
        <p:xfrm>
          <a:off x="7292972" y="782353"/>
          <a:ext cx="4899028" cy="32023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496632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4232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2864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172463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559785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21515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56192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693956"/>
            <a:ext cx="5512525" cy="1192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4940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5601413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56192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199830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17375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1830776"/>
            <a:ext cx="5512525" cy="1323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54365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PS-front-info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218486"/>
              </p:ext>
            </p:extLst>
          </p:nvPr>
        </p:nvGraphicFramePr>
        <p:xfrm>
          <a:off x="7292972" y="791728"/>
          <a:ext cx="4899028" cy="380873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체크 기능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pic>
        <p:nvPicPr>
          <p:cNvPr id="5" name="그림 4" descr="스크린샷이(가) 표시된 사진&#10;&#10;자동 생성된 설명">
            <a:extLst>
              <a:ext uri="{FF2B5EF4-FFF2-40B4-BE49-F238E27FC236}">
                <a16:creationId xmlns:a16="http://schemas.microsoft.com/office/drawing/2014/main" id="{5E2655AD-35CB-467F-B6E6-4B030230C6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44" b="17113"/>
          <a:stretch/>
        </p:blipFill>
        <p:spPr>
          <a:xfrm>
            <a:off x="0" y="791728"/>
            <a:ext cx="7196399" cy="3878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2CC282-862D-4954-BBB6-E6855B7714FF}"/>
              </a:ext>
            </a:extLst>
          </p:cNvPr>
          <p:cNvSpPr/>
          <p:nvPr/>
        </p:nvSpPr>
        <p:spPr>
          <a:xfrm>
            <a:off x="1612604" y="2179197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F56E049-C306-4F1A-A650-6AFCA2AE1AAF}"/>
              </a:ext>
            </a:extLst>
          </p:cNvPr>
          <p:cNvSpPr/>
          <p:nvPr/>
        </p:nvSpPr>
        <p:spPr>
          <a:xfrm>
            <a:off x="1608250" y="2562475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7D2DCD0-206B-4D9F-8468-E480EDBE5196}"/>
              </a:ext>
            </a:extLst>
          </p:cNvPr>
          <p:cNvSpPr/>
          <p:nvPr/>
        </p:nvSpPr>
        <p:spPr>
          <a:xfrm>
            <a:off x="4922472" y="2179197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3110DB-C9C2-46BF-9CAB-6EBE58E3858B}"/>
              </a:ext>
            </a:extLst>
          </p:cNvPr>
          <p:cNvSpPr/>
          <p:nvPr/>
        </p:nvSpPr>
        <p:spPr>
          <a:xfrm>
            <a:off x="4922472" y="2561593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845100E-7BAC-4321-9F4F-830BB924D55C}"/>
              </a:ext>
            </a:extLst>
          </p:cNvPr>
          <p:cNvSpPr/>
          <p:nvPr/>
        </p:nvSpPr>
        <p:spPr>
          <a:xfrm>
            <a:off x="1608249" y="2941193"/>
            <a:ext cx="4071869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D00E2DF-5180-476D-97D8-CA5589505AB7}"/>
              </a:ext>
            </a:extLst>
          </p:cNvPr>
          <p:cNvSpPr/>
          <p:nvPr/>
        </p:nvSpPr>
        <p:spPr>
          <a:xfrm>
            <a:off x="1612604" y="3354856"/>
            <a:ext cx="4071869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58034A36-31EB-4CF4-9452-746CAB10953D}"/>
              </a:ext>
            </a:extLst>
          </p:cNvPr>
          <p:cNvSpPr/>
          <p:nvPr/>
        </p:nvSpPr>
        <p:spPr>
          <a:xfrm>
            <a:off x="1261054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DA67EB4-F034-4347-926A-8F175A524167}"/>
              </a:ext>
            </a:extLst>
          </p:cNvPr>
          <p:cNvSpPr/>
          <p:nvPr/>
        </p:nvSpPr>
        <p:spPr>
          <a:xfrm>
            <a:off x="1262573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D2B9E84B-77C7-4FEC-BA8E-33DE35E97C8C}"/>
              </a:ext>
            </a:extLst>
          </p:cNvPr>
          <p:cNvSpPr/>
          <p:nvPr/>
        </p:nvSpPr>
        <p:spPr>
          <a:xfrm>
            <a:off x="5776691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0851784-03F0-450E-AD0E-1809578B3FFB}"/>
              </a:ext>
            </a:extLst>
          </p:cNvPr>
          <p:cNvSpPr/>
          <p:nvPr/>
        </p:nvSpPr>
        <p:spPr>
          <a:xfrm>
            <a:off x="5776690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2F1780E-9331-45E8-B364-43DD7D07CF6C}"/>
              </a:ext>
            </a:extLst>
          </p:cNvPr>
          <p:cNvSpPr/>
          <p:nvPr/>
        </p:nvSpPr>
        <p:spPr>
          <a:xfrm>
            <a:off x="1261054" y="301221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3DD555D-705E-4E24-AB45-D9AF7D0D39F5}"/>
              </a:ext>
            </a:extLst>
          </p:cNvPr>
          <p:cNvSpPr/>
          <p:nvPr/>
        </p:nvSpPr>
        <p:spPr>
          <a:xfrm>
            <a:off x="1266926" y="34206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4EF6503-95CB-479F-9AD2-39B2DFF116CD}"/>
              </a:ext>
            </a:extLst>
          </p:cNvPr>
          <p:cNvSpPr/>
          <p:nvPr/>
        </p:nvSpPr>
        <p:spPr>
          <a:xfrm>
            <a:off x="2525486" y="3994034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288E15-77DF-4C2A-8F84-0C118C16CE19}"/>
              </a:ext>
            </a:extLst>
          </p:cNvPr>
          <p:cNvSpPr/>
          <p:nvPr/>
        </p:nvSpPr>
        <p:spPr>
          <a:xfrm>
            <a:off x="3640963" y="3987576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515DA552-54AF-4EB8-BE36-D395CAF5848F}"/>
              </a:ext>
            </a:extLst>
          </p:cNvPr>
          <p:cNvSpPr/>
          <p:nvPr/>
        </p:nvSpPr>
        <p:spPr>
          <a:xfrm>
            <a:off x="2172618" y="403246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150E0440-2AF1-40DD-88C1-C18E034861BC}"/>
              </a:ext>
            </a:extLst>
          </p:cNvPr>
          <p:cNvSpPr/>
          <p:nvPr/>
        </p:nvSpPr>
        <p:spPr>
          <a:xfrm>
            <a:off x="4753666" y="40389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782936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96842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39955"/>
              </p:ext>
            </p:extLst>
          </p:nvPr>
        </p:nvGraphicFramePr>
        <p:xfrm>
          <a:off x="7292972" y="782936"/>
          <a:ext cx="4899028" cy="85947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8125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690154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2025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PS-front-com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371887"/>
              </p:ext>
            </p:extLst>
          </p:nvPr>
        </p:nvGraphicFramePr>
        <p:xfrm>
          <a:off x="7292972" y="782347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13</a:t>
            </a:fld>
            <a:endParaRPr lang="ko-KR" altLang="en-US" dirty="0"/>
          </a:p>
        </p:txBody>
      </p:sp>
      <p:pic>
        <p:nvPicPr>
          <p:cNvPr id="9" name="그림 8" descr="스크린샷이(가) 표시된 사진&#10;&#10;자동 생성된 설명">
            <a:extLst>
              <a:ext uri="{FF2B5EF4-FFF2-40B4-BE49-F238E27FC236}">
                <a16:creationId xmlns:a16="http://schemas.microsoft.com/office/drawing/2014/main" id="{6F433630-441A-4250-956A-5357B6ACB4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24" b="16444"/>
          <a:stretch/>
        </p:blipFill>
        <p:spPr>
          <a:xfrm>
            <a:off x="0" y="782347"/>
            <a:ext cx="7196399" cy="45284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24C4D177-B2F2-4267-B8F0-27F48C40A7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89" b="17968"/>
          <a:stretch/>
        </p:blipFill>
        <p:spPr>
          <a:xfrm>
            <a:off x="0" y="791233"/>
            <a:ext cx="7196400" cy="446749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01905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dir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48394"/>
              </p:ext>
            </p:extLst>
          </p:nvPr>
        </p:nvGraphicFramePr>
        <p:xfrm>
          <a:off x="7292972" y="791235"/>
          <a:ext cx="4899028" cy="106902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지도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Map API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활용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위치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CE7FD511-56A7-48C8-9C7A-7C33DFE4A659}"/>
              </a:ext>
            </a:extLst>
          </p:cNvPr>
          <p:cNvSpPr/>
          <p:nvPr/>
        </p:nvSpPr>
        <p:spPr>
          <a:xfrm>
            <a:off x="281995" y="19618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7F0B07-6EC5-4098-8036-2A656F64B3D0}"/>
              </a:ext>
            </a:extLst>
          </p:cNvPr>
          <p:cNvSpPr/>
          <p:nvPr/>
        </p:nvSpPr>
        <p:spPr>
          <a:xfrm>
            <a:off x="217716" y="1905251"/>
            <a:ext cx="3309256" cy="2804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56404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PS-front-book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41949"/>
              </p:ext>
            </p:extLst>
          </p:nvPr>
        </p:nvGraphicFramePr>
        <p:xfrm>
          <a:off x="7292972" y="793154"/>
          <a:ext cx="4899028" cy="46990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5874C090-0FE2-483E-BA84-5231ED42A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4" b="9968"/>
          <a:stretch/>
        </p:blipFill>
        <p:spPr>
          <a:xfrm>
            <a:off x="0" y="793154"/>
            <a:ext cx="7196400" cy="556319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5755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book_cnt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939844"/>
              </p:ext>
            </p:extLst>
          </p:nvPr>
        </p:nvGraphicFramePr>
        <p:xfrm>
          <a:off x="7292972" y="793154"/>
          <a:ext cx="4899028" cy="225583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도서구매 사이트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해당 도서 구매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5939245" y="1053736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5635982" y="10537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941423" y="10493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718442" y="1360187"/>
            <a:ext cx="1315436" cy="9127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5763470" y="13893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B94CF1C-C6FD-49F1-B229-C9321673ECFB}"/>
              </a:ext>
            </a:extLst>
          </p:cNvPr>
          <p:cNvSpPr/>
          <p:nvPr/>
        </p:nvSpPr>
        <p:spPr>
          <a:xfrm>
            <a:off x="6413866" y="1049385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30743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44A3DE9E-C5E1-4FCE-9C88-D7BB7BA38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1751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pds.html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472742"/>
              </p:ext>
            </p:extLst>
          </p:nvPr>
        </p:nvGraphicFramePr>
        <p:xfrm>
          <a:off x="7292972" y="793154"/>
          <a:ext cx="4899028" cy="58039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파일 다운로드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관련 자료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564489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5796967" y="35005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197DFF8-4D7D-4409-829B-148CBBA1DC28}"/>
              </a:ext>
            </a:extLst>
          </p:cNvPr>
          <p:cNvSpPr/>
          <p:nvPr/>
        </p:nvSpPr>
        <p:spPr>
          <a:xfrm>
            <a:off x="2005423" y="3517975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42E3C3F-C029-47EC-9AD1-4EE5B2D32B59}"/>
              </a:ext>
            </a:extLst>
          </p:cNvPr>
          <p:cNvSpPr/>
          <p:nvPr/>
        </p:nvSpPr>
        <p:spPr>
          <a:xfrm>
            <a:off x="2714480" y="35361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0739F4-F74C-414C-962C-468B3BD0AD67}"/>
              </a:ext>
            </a:extLst>
          </p:cNvPr>
          <p:cNvSpPr/>
          <p:nvPr/>
        </p:nvSpPr>
        <p:spPr>
          <a:xfrm>
            <a:off x="5802030" y="3772670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F600EC5-4FB2-4674-A799-9A2BD7EE4BD2}"/>
              </a:ext>
            </a:extLst>
          </p:cNvPr>
          <p:cNvSpPr/>
          <p:nvPr/>
        </p:nvSpPr>
        <p:spPr>
          <a:xfrm>
            <a:off x="6259237" y="3768312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E855C7-6482-4681-A46B-9F57CBB7655B}"/>
              </a:ext>
            </a:extLst>
          </p:cNvPr>
          <p:cNvSpPr/>
          <p:nvPr/>
        </p:nvSpPr>
        <p:spPr>
          <a:xfrm>
            <a:off x="6259237" y="34854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40595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CE16007-D1D4-4606-AF0C-1FBBE2242B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b="16190"/>
          <a:stretch/>
        </p:blipFill>
        <p:spPr>
          <a:xfrm>
            <a:off x="0" y="795302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94994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45983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9109EF-9C93-4FDE-9B8D-056BBBB649D5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168FB8B-A935-46E0-81B6-9B8A2F6A9F7A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272E21F-1A2C-4687-B0F0-5BA4F6866E08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847782C-5039-492F-A871-87B54AAAC074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806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81CE6FA7-064D-4530-815A-6A10EC3F08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4" b="22676"/>
          <a:stretch/>
        </p:blipFill>
        <p:spPr>
          <a:xfrm>
            <a:off x="0" y="793154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21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17221"/>
              </p:ext>
            </p:extLst>
          </p:nvPr>
        </p:nvGraphicFramePr>
        <p:xfrm>
          <a:off x="7292972" y="793154"/>
          <a:ext cx="4899028" cy="3342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스트리밍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다운로드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252639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2661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5901474" y="1680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5906537" y="1952574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6363744" y="1948216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6363744" y="16653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2436E1-1EE8-467D-B313-65AB46CB5A5E}"/>
              </a:ext>
            </a:extLst>
          </p:cNvPr>
          <p:cNvSpPr/>
          <p:nvPr/>
        </p:nvSpPr>
        <p:spPr>
          <a:xfrm>
            <a:off x="5875346" y="33873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384CDF3-142B-46A3-AAD8-21BD78654378}"/>
              </a:ext>
            </a:extLst>
          </p:cNvPr>
          <p:cNvSpPr/>
          <p:nvPr/>
        </p:nvSpPr>
        <p:spPr>
          <a:xfrm>
            <a:off x="5880409" y="3659455"/>
            <a:ext cx="36063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A4B5129-D065-4D54-86A5-77AAD6D8A63D}"/>
              </a:ext>
            </a:extLst>
          </p:cNvPr>
          <p:cNvSpPr/>
          <p:nvPr/>
        </p:nvSpPr>
        <p:spPr>
          <a:xfrm>
            <a:off x="6337616" y="3655097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16DFF3F-F7CA-4EB0-9B80-3F95D9F35BE0}"/>
              </a:ext>
            </a:extLst>
          </p:cNvPr>
          <p:cNvSpPr/>
          <p:nvPr/>
        </p:nvSpPr>
        <p:spPr>
          <a:xfrm>
            <a:off x="6337616" y="337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002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329A90E-2BEF-4D8D-8372-C043FBF909B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1323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381922"/>
              </p:ext>
            </p:extLst>
          </p:nvPr>
        </p:nvGraphicFramePr>
        <p:xfrm>
          <a:off x="7292972" y="793154"/>
          <a:ext cx="4899028" cy="4363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질문 제목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질문답변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366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832648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3791086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380458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4448999" y="16143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4765711" y="1541217"/>
            <a:ext cx="1914745" cy="4013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1037302" y="2111432"/>
            <a:ext cx="1244344" cy="1543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703178" y="21027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46DEFF-71AE-431A-A887-6D4D53CF62CE}"/>
              </a:ext>
            </a:extLst>
          </p:cNvPr>
          <p:cNvSpPr/>
          <p:nvPr/>
        </p:nvSpPr>
        <p:spPr>
          <a:xfrm>
            <a:off x="3010737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59FBBF-6229-4F19-9B35-C695D88EE86C}"/>
              </a:ext>
            </a:extLst>
          </p:cNvPr>
          <p:cNvSpPr/>
          <p:nvPr/>
        </p:nvSpPr>
        <p:spPr>
          <a:xfrm>
            <a:off x="2684693" y="405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B392B8-5962-421A-8F4F-86789A63B847}"/>
              </a:ext>
            </a:extLst>
          </p:cNvPr>
          <p:cNvSpPr/>
          <p:nvPr/>
        </p:nvSpPr>
        <p:spPr>
          <a:xfrm>
            <a:off x="3928799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6C90C1B-C77C-4BEC-879F-AE1E1E0F86C0}"/>
              </a:ext>
            </a:extLst>
          </p:cNvPr>
          <p:cNvSpPr/>
          <p:nvPr/>
        </p:nvSpPr>
        <p:spPr>
          <a:xfrm>
            <a:off x="3306746" y="4059043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8C9B37E-0189-44FA-BC2C-7A2CC86FB65E}"/>
              </a:ext>
            </a:extLst>
          </p:cNvPr>
          <p:cNvSpPr/>
          <p:nvPr/>
        </p:nvSpPr>
        <p:spPr>
          <a:xfrm>
            <a:off x="275300" y="1941618"/>
            <a:ext cx="6569636" cy="184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0868987-8292-42B7-A960-C00EF23CF9DF}"/>
              </a:ext>
            </a:extLst>
          </p:cNvPr>
          <p:cNvSpPr/>
          <p:nvPr/>
        </p:nvSpPr>
        <p:spPr>
          <a:xfrm>
            <a:off x="4259398" y="40590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C06898D-E046-435D-B91A-305ABDF34EBE}"/>
              </a:ext>
            </a:extLst>
          </p:cNvPr>
          <p:cNvSpPr/>
          <p:nvPr/>
        </p:nvSpPr>
        <p:spPr>
          <a:xfrm>
            <a:off x="298229" y="16629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A202E9F-4A78-4831-BEF7-66766A0677C4}"/>
              </a:ext>
            </a:extLst>
          </p:cNvPr>
          <p:cNvSpPr/>
          <p:nvPr/>
        </p:nvSpPr>
        <p:spPr>
          <a:xfrm>
            <a:off x="3470711" y="37350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4092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B4205196-8C6B-4C03-A2E7-939CD23E47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3" b="16350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37439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80833"/>
              </p:ext>
            </p:extLst>
          </p:nvPr>
        </p:nvGraphicFramePr>
        <p:xfrm>
          <a:off x="7292972" y="793154"/>
          <a:ext cx="4899028" cy="232537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 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8CEAA6E8-7E66-4DBE-8F1F-0B9AB84CCFA0}"/>
              </a:ext>
            </a:extLst>
          </p:cNvPr>
          <p:cNvSpPr/>
          <p:nvPr/>
        </p:nvSpPr>
        <p:spPr>
          <a:xfrm>
            <a:off x="5117703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01EDC33-BC97-4EF0-84B4-1F876907167F}"/>
              </a:ext>
            </a:extLst>
          </p:cNvPr>
          <p:cNvSpPr/>
          <p:nvPr/>
        </p:nvSpPr>
        <p:spPr>
          <a:xfrm>
            <a:off x="5122766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B97C14D-625D-4361-B0FF-D7822A4FEA86}"/>
              </a:ext>
            </a:extLst>
          </p:cNvPr>
          <p:cNvSpPr/>
          <p:nvPr/>
        </p:nvSpPr>
        <p:spPr>
          <a:xfrm>
            <a:off x="5579973" y="3820559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DB6A709-B350-463B-A6C4-63EE3C9ACC16}"/>
              </a:ext>
            </a:extLst>
          </p:cNvPr>
          <p:cNvSpPr/>
          <p:nvPr/>
        </p:nvSpPr>
        <p:spPr>
          <a:xfrm>
            <a:off x="5579973" y="3546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CA0C7DD-2753-458A-BB45-5DEF0476735B}"/>
              </a:ext>
            </a:extLst>
          </p:cNvPr>
          <p:cNvSpPr/>
          <p:nvPr/>
        </p:nvSpPr>
        <p:spPr>
          <a:xfrm>
            <a:off x="6037180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33886F8-3F97-4C26-A6DE-3396146C35D0}"/>
              </a:ext>
            </a:extLst>
          </p:cNvPr>
          <p:cNvSpPr/>
          <p:nvPr/>
        </p:nvSpPr>
        <p:spPr>
          <a:xfrm>
            <a:off x="6042243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6063307" y="17559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6068370" y="2028073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2923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r="73498" b="16699"/>
          <a:stretch/>
        </p:blipFill>
        <p:spPr>
          <a:xfrm>
            <a:off x="0" y="793154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1479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ad_side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399122"/>
              </p:ext>
            </p:extLst>
          </p:nvPr>
        </p:nvGraphicFramePr>
        <p:xfrm>
          <a:off x="7292972" y="793154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1809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49" t="16508" b="1669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83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PS-front-admin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admin.html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31726"/>
              </p:ext>
            </p:extLst>
          </p:nvPr>
        </p:nvGraphicFramePr>
        <p:xfrm>
          <a:off x="7292972" y="793154"/>
          <a:ext cx="4899028" cy="36436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범위 지정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176307" y="140762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137811" y="1723270"/>
            <a:ext cx="128168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44CA41A-B8CC-4AFC-B8A0-A9D149A5754D}"/>
              </a:ext>
            </a:extLst>
          </p:cNvPr>
          <p:cNvSpPr/>
          <p:nvPr/>
        </p:nvSpPr>
        <p:spPr>
          <a:xfrm>
            <a:off x="1591455" y="1403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1F1100-E6EA-47F1-A5D6-90CB17F38CD7}"/>
              </a:ext>
            </a:extLst>
          </p:cNvPr>
          <p:cNvSpPr/>
          <p:nvPr/>
        </p:nvSpPr>
        <p:spPr>
          <a:xfrm>
            <a:off x="1552959" y="1718916"/>
            <a:ext cx="185209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5FED3EB-2556-4BF1-9715-46C4E5B0C460}"/>
              </a:ext>
            </a:extLst>
          </p:cNvPr>
          <p:cNvSpPr/>
          <p:nvPr/>
        </p:nvSpPr>
        <p:spPr>
          <a:xfrm>
            <a:off x="2801731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221BC1D-26C2-4BFE-8C19-3D885E877B6C}"/>
              </a:ext>
            </a:extLst>
          </p:cNvPr>
          <p:cNvSpPr/>
          <p:nvPr/>
        </p:nvSpPr>
        <p:spPr>
          <a:xfrm>
            <a:off x="2475687" y="39912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FFEFC5-8AE6-4256-A172-2FE9603014F4}"/>
              </a:ext>
            </a:extLst>
          </p:cNvPr>
          <p:cNvSpPr/>
          <p:nvPr/>
        </p:nvSpPr>
        <p:spPr>
          <a:xfrm>
            <a:off x="3841713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9244E7A-9E16-49C2-960E-E4A7A5C1A6EC}"/>
              </a:ext>
            </a:extLst>
          </p:cNvPr>
          <p:cNvSpPr/>
          <p:nvPr/>
        </p:nvSpPr>
        <p:spPr>
          <a:xfrm>
            <a:off x="3115158" y="3998084"/>
            <a:ext cx="668351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574529E-1374-49F4-A441-BF764BF06D12}"/>
              </a:ext>
            </a:extLst>
          </p:cNvPr>
          <p:cNvSpPr/>
          <p:nvPr/>
        </p:nvSpPr>
        <p:spPr>
          <a:xfrm>
            <a:off x="4172312" y="39980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C50CDE2-392D-422F-8C72-4F75D7AB66FD}"/>
              </a:ext>
            </a:extLst>
          </p:cNvPr>
          <p:cNvSpPr/>
          <p:nvPr/>
        </p:nvSpPr>
        <p:spPr>
          <a:xfrm>
            <a:off x="3321844" y="36916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137811" y="2028984"/>
            <a:ext cx="6569636" cy="1611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176307" y="2082806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56059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F1A853E0-18D1-4286-8C86-0DFB529BDDC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65" r="73527" b="16445"/>
          <a:stretch/>
        </p:blipFill>
        <p:spPr>
          <a:xfrm>
            <a:off x="0" y="784445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49120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us_side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359839"/>
              </p:ext>
            </p:extLst>
          </p:nvPr>
        </p:nvGraphicFramePr>
        <p:xfrm>
          <a:off x="7292972" y="793154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3665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136158-8344-4523-8805-9F91BAC58B9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EED1402-1FBA-4300-9F52-D1B7E3B22B9E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0568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02AB5678-37D2-4557-8349-652F53E90E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8" t="16635" b="1580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04745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PS-front-alt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alt_user.html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862437"/>
              </p:ext>
            </p:extLst>
          </p:nvPr>
        </p:nvGraphicFramePr>
        <p:xfrm>
          <a:off x="7292972" y="793154"/>
          <a:ext cx="4899028" cy="327660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아이디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이메일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이메일 변경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정보 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페이지가 새로 고침 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3B36E9-A48A-4825-BB46-C5B926E1CBBC}"/>
              </a:ext>
            </a:extLst>
          </p:cNvPr>
          <p:cNvSpPr/>
          <p:nvPr/>
        </p:nvSpPr>
        <p:spPr>
          <a:xfrm>
            <a:off x="106021" y="1893236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081F901-CB5D-46C9-83D1-6D393F823EEE}"/>
              </a:ext>
            </a:extLst>
          </p:cNvPr>
          <p:cNvSpPr/>
          <p:nvPr/>
        </p:nvSpPr>
        <p:spPr>
          <a:xfrm>
            <a:off x="101667" y="2276514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545C8CB-EE59-4955-9DAC-7FA43EAD0018}"/>
              </a:ext>
            </a:extLst>
          </p:cNvPr>
          <p:cNvSpPr/>
          <p:nvPr/>
        </p:nvSpPr>
        <p:spPr>
          <a:xfrm>
            <a:off x="4525084" y="2275632"/>
            <a:ext cx="1024408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260812F-0697-4801-90C1-888298B482EF}"/>
              </a:ext>
            </a:extLst>
          </p:cNvPr>
          <p:cNvSpPr/>
          <p:nvPr/>
        </p:nvSpPr>
        <p:spPr>
          <a:xfrm>
            <a:off x="101666" y="2655232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8C7D88-F3A4-436C-A1FC-06638A795A2A}"/>
              </a:ext>
            </a:extLst>
          </p:cNvPr>
          <p:cNvSpPr/>
          <p:nvPr/>
        </p:nvSpPr>
        <p:spPr>
          <a:xfrm>
            <a:off x="106021" y="3068895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21EE07B-04F1-46A3-8497-D4FA1799658C}"/>
              </a:ext>
            </a:extLst>
          </p:cNvPr>
          <p:cNvSpPr/>
          <p:nvPr/>
        </p:nvSpPr>
        <p:spPr>
          <a:xfrm>
            <a:off x="4213277" y="19330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22CECCF-3D1A-4E27-B9EB-66F81F4B33CA}"/>
              </a:ext>
            </a:extLst>
          </p:cNvPr>
          <p:cNvSpPr/>
          <p:nvPr/>
        </p:nvSpPr>
        <p:spPr>
          <a:xfrm>
            <a:off x="4213277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2DB6CF6-48E3-4D8A-94BB-6CDA21EE4FA5}"/>
              </a:ext>
            </a:extLst>
          </p:cNvPr>
          <p:cNvSpPr/>
          <p:nvPr/>
        </p:nvSpPr>
        <p:spPr>
          <a:xfrm>
            <a:off x="5646064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E258419-CB75-41BD-B3C0-1C7E3B2D9580}"/>
              </a:ext>
            </a:extLst>
          </p:cNvPr>
          <p:cNvSpPr/>
          <p:nvPr/>
        </p:nvSpPr>
        <p:spPr>
          <a:xfrm>
            <a:off x="5215313" y="272625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1A5B5D7A-E486-4596-BED1-E6A69B5DCF32}"/>
              </a:ext>
            </a:extLst>
          </p:cNvPr>
          <p:cNvSpPr/>
          <p:nvPr/>
        </p:nvSpPr>
        <p:spPr>
          <a:xfrm>
            <a:off x="5215313" y="31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BD483FB-42AD-430A-8936-0DA8857540A8}"/>
              </a:ext>
            </a:extLst>
          </p:cNvPr>
          <p:cNvSpPr/>
          <p:nvPr/>
        </p:nvSpPr>
        <p:spPr>
          <a:xfrm>
            <a:off x="966649" y="3742909"/>
            <a:ext cx="2090060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A258B0A-4E11-421F-8516-60A3BCB646AE}"/>
              </a:ext>
            </a:extLst>
          </p:cNvPr>
          <p:cNvSpPr/>
          <p:nvPr/>
        </p:nvSpPr>
        <p:spPr>
          <a:xfrm>
            <a:off x="613781" y="378134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90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DD4A4FE8-C469-46B1-B25E-009DCBCCC18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06" t="16762" b="16952"/>
          <a:stretch/>
        </p:blipFill>
        <p:spPr>
          <a:xfrm>
            <a:off x="0" y="793154"/>
            <a:ext cx="7196398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65511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PS-front-del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del_user.html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77709"/>
              </p:ext>
            </p:extLst>
          </p:nvPr>
        </p:nvGraphicFramePr>
        <p:xfrm>
          <a:off x="7292972" y="793154"/>
          <a:ext cx="4899028" cy="16230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회원 탈퇴가 완료됨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975359" y="2987041"/>
            <a:ext cx="2159727" cy="3657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670266" y="3058858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5399DFD-0613-4358-AEC7-7481E51EC7A9}"/>
              </a:ext>
            </a:extLst>
          </p:cNvPr>
          <p:cNvSpPr/>
          <p:nvPr/>
        </p:nvSpPr>
        <p:spPr>
          <a:xfrm>
            <a:off x="258420" y="1895481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382D79-923F-4260-8065-2E0C630AA221}"/>
              </a:ext>
            </a:extLst>
          </p:cNvPr>
          <p:cNvSpPr/>
          <p:nvPr/>
        </p:nvSpPr>
        <p:spPr>
          <a:xfrm>
            <a:off x="262775" y="2309144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4D4A53E-AF4F-46EC-BE5D-B2625147273E}"/>
              </a:ext>
            </a:extLst>
          </p:cNvPr>
          <p:cNvSpPr/>
          <p:nvPr/>
        </p:nvSpPr>
        <p:spPr>
          <a:xfrm>
            <a:off x="5372067" y="19665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4A9B4C0-35FF-4AD5-9701-D184F9F7807F}"/>
              </a:ext>
            </a:extLst>
          </p:cNvPr>
          <p:cNvSpPr/>
          <p:nvPr/>
        </p:nvSpPr>
        <p:spPr>
          <a:xfrm>
            <a:off x="5372067" y="237497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138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1851</TotalTime>
  <Words>2057</Words>
  <Application>Microsoft Office PowerPoint</Application>
  <PresentationFormat>와이드스크린</PresentationFormat>
  <Paragraphs>765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2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384</cp:revision>
  <dcterms:created xsi:type="dcterms:W3CDTF">2020-05-04T01:46:29Z</dcterms:created>
  <dcterms:modified xsi:type="dcterms:W3CDTF">2020-07-03T09:02:52Z</dcterms:modified>
</cp:coreProperties>
</file>