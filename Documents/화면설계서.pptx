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79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2020-06-04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64E0416-A845-4E24-B8B1-7C1615981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071580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27BD977-8B99-4E77-AE8D-FD44ADDE171B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576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6485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97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615758"/>
              </p:ext>
            </p:extLst>
          </p:nvPr>
        </p:nvGraphicFramePr>
        <p:xfrm>
          <a:off x="7292972" y="793154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BFD04F46-604E-422A-99B4-C8337B4D3951}"/>
              </a:ext>
            </a:extLst>
          </p:cNvPr>
          <p:cNvGrpSpPr/>
          <p:nvPr/>
        </p:nvGrpSpPr>
        <p:grpSpPr>
          <a:xfrm>
            <a:off x="0" y="793233"/>
            <a:ext cx="7195624" cy="1009270"/>
            <a:chOff x="0" y="793154"/>
            <a:chExt cx="7195624" cy="100927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431"/>
            <a:stretch/>
          </p:blipFill>
          <p:spPr>
            <a:xfrm>
              <a:off x="0" y="793154"/>
              <a:ext cx="7195624" cy="10048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타원 8"/>
            <p:cNvSpPr/>
            <p:nvPr/>
          </p:nvSpPr>
          <p:spPr>
            <a:xfrm>
              <a:off x="2377440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10" name="타원 9"/>
            <p:cNvSpPr/>
            <p:nvPr/>
          </p:nvSpPr>
          <p:spPr>
            <a:xfrm>
              <a:off x="5463248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58908" y="1432304"/>
              <a:ext cx="5070441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86381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734409" y="949569"/>
              <a:ext cx="1661746" cy="4075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/>
            <p:cNvSpPr/>
            <p:nvPr/>
          </p:nvSpPr>
          <p:spPr>
            <a:xfrm>
              <a:off x="136280" y="148987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16" name="타원 15"/>
            <p:cNvSpPr/>
            <p:nvPr/>
          </p:nvSpPr>
          <p:spPr>
            <a:xfrm>
              <a:off x="6486992" y="148589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9A356AF-A7B6-46EF-8246-D1EDD93E8D73}"/>
                </a:ext>
              </a:extLst>
            </p:cNvPr>
            <p:cNvSpPr/>
            <p:nvPr/>
          </p:nvSpPr>
          <p:spPr>
            <a:xfrm>
              <a:off x="5226698" y="1427649"/>
              <a:ext cx="1705326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7241223-81D0-48E2-8033-4B4CB11779B9}"/>
              </a:ext>
            </a:extLst>
          </p:cNvPr>
          <p:cNvSpPr txBox="1"/>
          <p:nvPr/>
        </p:nvSpPr>
        <p:spPr>
          <a:xfrm>
            <a:off x="36289" y="796222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헤더 영역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F57374E1-3E35-4778-94D7-610B30774E6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220"/>
          <a:stretch/>
        </p:blipFill>
        <p:spPr>
          <a:xfrm>
            <a:off x="0" y="4645757"/>
            <a:ext cx="7195624" cy="9570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8FF934C-7F4D-4780-BE04-DE7A4B15F46C}"/>
              </a:ext>
            </a:extLst>
          </p:cNvPr>
          <p:cNvSpPr txBox="1"/>
          <p:nvPr/>
        </p:nvSpPr>
        <p:spPr>
          <a:xfrm>
            <a:off x="32781" y="4653968"/>
            <a:ext cx="1077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>
                <a:solidFill>
                  <a:srgbClr val="0000FF"/>
                </a:solidFill>
              </a:rPr>
              <a:t>푸터</a:t>
            </a:r>
            <a:r>
              <a:rPr lang="ko-KR" altLang="en-US" sz="1600" b="1" dirty="0">
                <a:solidFill>
                  <a:srgbClr val="0000FF"/>
                </a:solidFill>
              </a:rPr>
              <a:t> 영역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5AE743B-34E5-4684-BF82-BB8992A5C349}"/>
              </a:ext>
            </a:extLst>
          </p:cNvPr>
          <p:cNvGrpSpPr/>
          <p:nvPr/>
        </p:nvGrpSpPr>
        <p:grpSpPr>
          <a:xfrm>
            <a:off x="0" y="1881051"/>
            <a:ext cx="7195625" cy="2694369"/>
            <a:chOff x="0" y="1881051"/>
            <a:chExt cx="7195625" cy="269436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31AC7B0-23F5-426E-B6D0-A6D0D630E938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4D8D1471-8277-40C9-A223-7AD4448D2B77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C7DF8FC0-B8D7-4773-90AC-07AC39E14F0C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65DCF5E2-936E-45DE-837C-F509CA13E4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3061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1002158"/>
            <a:ext cx="7196399" cy="585584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951176"/>
              </p:ext>
            </p:extLst>
          </p:nvPr>
        </p:nvGraphicFramePr>
        <p:xfrm>
          <a:off x="7292972" y="1002158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540593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64308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5062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647247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6072641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68993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6093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91376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53798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607619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60939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542729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5166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205058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253322"/>
              </p:ext>
            </p:extLst>
          </p:nvPr>
        </p:nvGraphicFramePr>
        <p:xfrm>
          <a:off x="7292972" y="941195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F1F5E101-80D3-4828-8B75-1C0A58CE93D3}"/>
              </a:ext>
            </a:extLst>
          </p:cNvPr>
          <p:cNvGrpSpPr/>
          <p:nvPr/>
        </p:nvGrpSpPr>
        <p:grpSpPr>
          <a:xfrm>
            <a:off x="0" y="941195"/>
            <a:ext cx="7196399" cy="3878996"/>
            <a:chOff x="0" y="1002158"/>
            <a:chExt cx="7196399" cy="3878996"/>
          </a:xfrm>
        </p:grpSpPr>
        <p:pic>
          <p:nvPicPr>
            <p:cNvPr id="5" name="그림 4" descr="스크린샷이(가) 표시된 사진&#10;&#10;자동 생성된 설명">
              <a:extLst>
                <a:ext uri="{FF2B5EF4-FFF2-40B4-BE49-F238E27FC236}">
                  <a16:creationId xmlns:a16="http://schemas.microsoft.com/office/drawing/2014/main" id="{5E2655AD-35CB-467F-B6E6-4B030230C6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644" b="17113"/>
            <a:stretch/>
          </p:blipFill>
          <p:spPr>
            <a:xfrm>
              <a:off x="0" y="1002158"/>
              <a:ext cx="7196399" cy="38789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12CC282-862D-4954-BBB6-E6855B7714FF}"/>
                </a:ext>
              </a:extLst>
            </p:cNvPr>
            <p:cNvSpPr/>
            <p:nvPr/>
          </p:nvSpPr>
          <p:spPr>
            <a:xfrm>
              <a:off x="1612604" y="2389627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F56E049-C306-4F1A-A650-6AFCA2AE1AAF}"/>
                </a:ext>
              </a:extLst>
            </p:cNvPr>
            <p:cNvSpPr/>
            <p:nvPr/>
          </p:nvSpPr>
          <p:spPr>
            <a:xfrm>
              <a:off x="1608250" y="2772905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47D2DCD0-206B-4D9F-8468-E480EDBE5196}"/>
                </a:ext>
              </a:extLst>
            </p:cNvPr>
            <p:cNvSpPr/>
            <p:nvPr/>
          </p:nvSpPr>
          <p:spPr>
            <a:xfrm>
              <a:off x="4922472" y="2389627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73110DB-C9C2-46BF-9CAB-6EBE58E3858B}"/>
                </a:ext>
              </a:extLst>
            </p:cNvPr>
            <p:cNvSpPr/>
            <p:nvPr/>
          </p:nvSpPr>
          <p:spPr>
            <a:xfrm>
              <a:off x="4922472" y="2772023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7845100E-7BAC-4321-9F4F-830BB924D55C}"/>
                </a:ext>
              </a:extLst>
            </p:cNvPr>
            <p:cNvSpPr/>
            <p:nvPr/>
          </p:nvSpPr>
          <p:spPr>
            <a:xfrm>
              <a:off x="1608249" y="3151623"/>
              <a:ext cx="4071869" cy="37888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D00E2DF-5180-476D-97D8-CA5589505AB7}"/>
                </a:ext>
              </a:extLst>
            </p:cNvPr>
            <p:cNvSpPr/>
            <p:nvPr/>
          </p:nvSpPr>
          <p:spPr>
            <a:xfrm>
              <a:off x="1612604" y="3565286"/>
              <a:ext cx="4071869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58034A36-31EB-4CF4-9452-746CAB10953D}"/>
                </a:ext>
              </a:extLst>
            </p:cNvPr>
            <p:cNvSpPr/>
            <p:nvPr/>
          </p:nvSpPr>
          <p:spPr>
            <a:xfrm>
              <a:off x="1261054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DA67EB4-F034-4347-926A-8F175A524167}"/>
                </a:ext>
              </a:extLst>
            </p:cNvPr>
            <p:cNvSpPr/>
            <p:nvPr/>
          </p:nvSpPr>
          <p:spPr>
            <a:xfrm>
              <a:off x="1262573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2B9E84B-77C7-4FEC-BA8E-33DE35E97C8C}"/>
                </a:ext>
              </a:extLst>
            </p:cNvPr>
            <p:cNvSpPr/>
            <p:nvPr/>
          </p:nvSpPr>
          <p:spPr>
            <a:xfrm>
              <a:off x="5776691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50851784-03F0-450E-AD0E-1809578B3FFB}"/>
                </a:ext>
              </a:extLst>
            </p:cNvPr>
            <p:cNvSpPr/>
            <p:nvPr/>
          </p:nvSpPr>
          <p:spPr>
            <a:xfrm>
              <a:off x="5776690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2F1780E-9331-45E8-B364-43DD7D07CF6C}"/>
                </a:ext>
              </a:extLst>
            </p:cNvPr>
            <p:cNvSpPr/>
            <p:nvPr/>
          </p:nvSpPr>
          <p:spPr>
            <a:xfrm>
              <a:off x="1261054" y="3222643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B3DD555D-705E-4E24-AB45-D9AF7D0D39F5}"/>
                </a:ext>
              </a:extLst>
            </p:cNvPr>
            <p:cNvSpPr/>
            <p:nvPr/>
          </p:nvSpPr>
          <p:spPr>
            <a:xfrm>
              <a:off x="1266926" y="363111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4EF6503-95CB-479F-9AD2-39B2DFF116CD}"/>
                </a:ext>
              </a:extLst>
            </p:cNvPr>
            <p:cNvSpPr/>
            <p:nvPr/>
          </p:nvSpPr>
          <p:spPr>
            <a:xfrm>
              <a:off x="2525486" y="4204464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C288E15-77DF-4C2A-8F84-0C118C16CE19}"/>
                </a:ext>
              </a:extLst>
            </p:cNvPr>
            <p:cNvSpPr/>
            <p:nvPr/>
          </p:nvSpPr>
          <p:spPr>
            <a:xfrm>
              <a:off x="3640963" y="4198006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515DA552-54AF-4EB8-BE36-D395CAF5848F}"/>
                </a:ext>
              </a:extLst>
            </p:cNvPr>
            <p:cNvSpPr/>
            <p:nvPr/>
          </p:nvSpPr>
          <p:spPr>
            <a:xfrm>
              <a:off x="2172618" y="424289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150E0440-2AF1-40DD-88C1-C18E034861BC}"/>
                </a:ext>
              </a:extLst>
            </p:cNvPr>
            <p:cNvSpPr/>
            <p:nvPr/>
          </p:nvSpPr>
          <p:spPr>
            <a:xfrm>
              <a:off x="4753666" y="424935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94119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70245"/>
              </p:ext>
            </p:extLst>
          </p:nvPr>
        </p:nvGraphicFramePr>
        <p:xfrm>
          <a:off x="7292972" y="941195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9708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848413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1002158"/>
            <a:ext cx="7196399" cy="548029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571459"/>
              </p:ext>
            </p:extLst>
          </p:nvPr>
        </p:nvGraphicFramePr>
        <p:xfrm>
          <a:off x="7292972" y="1002158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993458"/>
            <a:ext cx="7196400" cy="544431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207626"/>
              </p:ext>
            </p:extLst>
          </p:nvPr>
        </p:nvGraphicFramePr>
        <p:xfrm>
          <a:off x="7292972" y="993458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21641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2107474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606484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60673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033467"/>
              </p:ext>
            </p:extLst>
          </p:nvPr>
        </p:nvGraphicFramePr>
        <p:xfrm>
          <a:off x="7292972" y="793154"/>
          <a:ext cx="4899028" cy="30235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1097</TotalTime>
  <Words>1504</Words>
  <Application>Microsoft Office PowerPoint</Application>
  <PresentationFormat>와이드스크린</PresentationFormat>
  <Paragraphs>551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276</cp:revision>
  <dcterms:created xsi:type="dcterms:W3CDTF">2020-05-04T01:46:29Z</dcterms:created>
  <dcterms:modified xsi:type="dcterms:W3CDTF">2020-06-04T12:24:37Z</dcterms:modified>
</cp:coreProperties>
</file>