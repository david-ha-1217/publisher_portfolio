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0"/>
  </p:notesMasterIdLst>
  <p:handoutMasterIdLst>
    <p:handoutMasterId r:id="rId31"/>
  </p:handoutMasterIdLst>
  <p:sldIdLst>
    <p:sldId id="302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301" r:id="rId2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3594E843-734E-469C-842B-FB89E5959DB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6A79E38-2C00-4328-94C6-808D7FCD606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23BA1-D08D-4CFF-8BED-DE6561336F37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4C033F-C87B-4496-BD1A-686CAED450B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6C8AA-442A-460C-BE21-90BE2D982DE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754DE0-3F99-4432-AB46-3393E6FB90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913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3DFFD3-801A-4847-B53A-318024766E7A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E91E2-ECE0-4D07-828D-29F315F2D907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4724400" y="6356350"/>
            <a:ext cx="2743200" cy="365125"/>
          </a:xfrm>
        </p:spPr>
        <p:txBody>
          <a:bodyPr/>
          <a:lstStyle>
            <a:lvl1pPr algn="ctr">
              <a:defRPr b="1">
                <a:solidFill>
                  <a:schemeClr val="tx1"/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A82325-49F0-4E3D-9B08-AB660A47CDF8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9BE567-482D-4970-8B1A-5FAA055738AD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49EFD5-6088-4BB5-870B-3F943230C4B4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EF05EB-9B2E-4473-AFCE-FD092AFBD67B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AD3E8C-CC10-45BF-AE7D-DD01FE085E28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6E42D-FBBF-4923-A17E-46ED50D13173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959A67-6DEF-481C-ACB6-8D12FE4D3D7C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012116-8185-4A7F-B65F-474B3CD43486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5F05F-878A-495F-B5E6-DE178A736818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0469E4-2485-4EA2-B06B-70AADD13A738}" type="datetime1">
              <a:rPr lang="ko-KR" altLang="en-US" smtClean="0"/>
              <a:t>2020-06-25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CC5E064-25D9-4B3D-995E-AD4660D5EFB9}"/>
              </a:ext>
            </a:extLst>
          </p:cNvPr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326928-816F-471D-9F49-195222CCDCA0}"/>
              </a:ext>
            </a:extLst>
          </p:cNvPr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777F95D5-1F46-4500-AF24-423BA1BB4A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3254378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0569CCF0-2A75-4DFD-BF76-5872E2BAD5B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8577175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</a:t>
            </a:fld>
            <a:endParaRPr lang="ko-KR" altLang="en-US" dirty="0"/>
          </a:p>
        </p:txBody>
      </p:sp>
      <p:grpSp>
        <p:nvGrpSpPr>
          <p:cNvPr id="21" name="그룹 20"/>
          <p:cNvGrpSpPr/>
          <p:nvPr/>
        </p:nvGrpSpPr>
        <p:grpSpPr>
          <a:xfrm>
            <a:off x="7395802" y="2234998"/>
            <a:ext cx="3867554" cy="3046937"/>
            <a:chOff x="2228362" y="1730143"/>
            <a:chExt cx="3867554" cy="3046937"/>
          </a:xfrm>
        </p:grpSpPr>
        <p:sp>
          <p:nvSpPr>
            <p:cNvPr id="7" name="직사각형 6"/>
            <p:cNvSpPr/>
            <p:nvPr/>
          </p:nvSpPr>
          <p:spPr>
            <a:xfrm>
              <a:off x="3058932" y="1730143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기획의도     </a:t>
              </a:r>
              <a:r>
                <a:rPr lang="en-US" altLang="ko-KR" sz="1600" b="1" dirty="0"/>
                <a:t>              3 Page</a:t>
              </a:r>
              <a:endParaRPr lang="ko-KR" altLang="en-US" sz="1600" b="1" dirty="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228362" y="173606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01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0" name="직사각형 9"/>
            <p:cNvSpPr/>
            <p:nvPr/>
          </p:nvSpPr>
          <p:spPr>
            <a:xfrm>
              <a:off x="3058932" y="4124823"/>
              <a:ext cx="3036984" cy="41402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ko-KR" altLang="en-US" sz="1600" b="1" dirty="0"/>
                <a:t>화면 설계                  </a:t>
              </a:r>
              <a:r>
                <a:rPr lang="en-US" altLang="ko-KR" sz="1600" b="1" dirty="0"/>
                <a:t>6 Page</a:t>
              </a:r>
              <a:endParaRPr lang="ko-KR" altLang="en-US" sz="1600" b="1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228362" y="4130749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03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3058932" y="2930446"/>
              <a:ext cx="3036984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ko-KR" sz="1600" b="1" dirty="0"/>
                <a:t>Document History     4 Page</a:t>
              </a:r>
              <a:endParaRPr lang="ko-KR" altLang="en-US" sz="1600" b="1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28362" y="2936372"/>
              <a:ext cx="81353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3600" b="1" i="1" dirty="0">
                  <a:cs typeface="Aharoni" panose="02010803020104030203" pitchFamily="2" charset="-79"/>
                </a:rPr>
                <a:t>02</a:t>
              </a:r>
              <a:endParaRPr lang="ko-KR" altLang="en-US" sz="3600" b="1" i="1" dirty="0">
                <a:cs typeface="Aharoni" panose="02010803020104030203" pitchFamily="2" charset="-79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기획의도</a:t>
            </a:r>
            <a:endParaRPr lang="ko-KR" altLang="en-US" b="1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10" name="직사각형 9"/>
          <p:cNvSpPr/>
          <p:nvPr/>
        </p:nvSpPr>
        <p:spPr>
          <a:xfrm>
            <a:off x="1881554" y="1542538"/>
            <a:ext cx="3036984" cy="4140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dirty="0"/>
              <a:t>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27993" y="1433342"/>
            <a:ext cx="65356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i="1" dirty="0">
                <a:cs typeface="Aharoni" panose="02010803020104030203" pitchFamily="2" charset="-79"/>
              </a:rPr>
              <a:t>01</a:t>
            </a:r>
            <a:endParaRPr lang="ko-KR" altLang="en-US" sz="2800" b="1" i="1" dirty="0"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4792062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서비스 개요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 추가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화면설계 수정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</a:t>
                      </a:r>
                      <a:r>
                        <a:rPr lang="en-US" altLang="ko-KR" sz="16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5</a:t>
            </a:fld>
            <a:endParaRPr lang="ko-KR" altLang="en-US" dirty="0"/>
          </a:p>
        </p:txBody>
      </p:sp>
      <p:grpSp>
        <p:nvGrpSpPr>
          <p:cNvPr id="3" name="그룹 2"/>
          <p:cNvGrpSpPr/>
          <p:nvPr/>
        </p:nvGrpSpPr>
        <p:grpSpPr>
          <a:xfrm>
            <a:off x="5871847" y="3122885"/>
            <a:ext cx="6320153" cy="2137311"/>
            <a:chOff x="5314606" y="2394433"/>
            <a:chExt cx="6320153" cy="2137311"/>
          </a:xfrm>
        </p:grpSpPr>
        <p:grpSp>
          <p:nvGrpSpPr>
            <p:cNvPr id="2" name="그룹 1"/>
            <p:cNvGrpSpPr/>
            <p:nvPr/>
          </p:nvGrpSpPr>
          <p:grpSpPr>
            <a:xfrm>
              <a:off x="5314606" y="2394433"/>
              <a:ext cx="3036984" cy="2137311"/>
              <a:chOff x="5314606" y="2394433"/>
              <a:chExt cx="3036984" cy="2137311"/>
            </a:xfrm>
          </p:grpSpPr>
          <p:sp>
            <p:nvSpPr>
              <p:cNvPr id="9" name="직사각형 8"/>
              <p:cNvSpPr/>
              <p:nvPr/>
            </p:nvSpPr>
            <p:spPr>
              <a:xfrm>
                <a:off x="5314606" y="239443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공통영역 </a:t>
                </a:r>
                <a:r>
                  <a:rPr lang="en-US" altLang="ko-KR" sz="1200" b="1" dirty="0"/>
                  <a:t>                               6 Page</a:t>
                </a:r>
                <a:endParaRPr lang="ko-KR" altLang="en-US" sz="1200" b="1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314606" y="3733514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회사소개                              </a:t>
                </a:r>
                <a:r>
                  <a:rPr lang="en-US" altLang="ko-KR" sz="1200" b="1" dirty="0"/>
                  <a:t>14 Page</a:t>
                </a:r>
                <a:endParaRPr lang="ko-KR" altLang="en-US" sz="1200" b="1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5314606" y="2860343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 err="1"/>
                  <a:t>메인페이지</a:t>
                </a:r>
                <a:r>
                  <a:rPr lang="en-US" altLang="ko-KR" sz="1200" b="1" dirty="0"/>
                  <a:t>                             7 Page</a:t>
                </a:r>
                <a:endParaRPr lang="ko-KR" altLang="en-US" sz="1200" b="1" dirty="0"/>
              </a:p>
            </p:txBody>
          </p:sp>
          <p:sp>
            <p:nvSpPr>
              <p:cNvPr id="16" name="직사각형 15"/>
              <p:cNvSpPr/>
              <p:nvPr/>
            </p:nvSpPr>
            <p:spPr>
              <a:xfrm>
                <a:off x="5314606" y="3322008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로그인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회원가입                      </a:t>
                </a:r>
                <a:r>
                  <a:rPr lang="en-US" altLang="ko-KR" sz="1200" b="1" dirty="0"/>
                  <a:t>8 Page</a:t>
                </a:r>
                <a:endParaRPr lang="ko-KR" altLang="en-US" sz="1200" b="1" dirty="0"/>
              </a:p>
            </p:txBody>
          </p:sp>
          <p:sp>
            <p:nvSpPr>
              <p:cNvPr id="17" name="직사각형 16"/>
              <p:cNvSpPr/>
              <p:nvPr/>
            </p:nvSpPr>
            <p:spPr>
              <a:xfrm>
                <a:off x="5314606" y="4198127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도서                                    </a:t>
                </a:r>
                <a:r>
                  <a:rPr lang="en-US" altLang="ko-KR" sz="1200" b="1" dirty="0"/>
                  <a:t>17 Page</a:t>
                </a:r>
                <a:endParaRPr lang="ko-KR" altLang="en-US" sz="1200" b="1" dirty="0"/>
              </a:p>
            </p:txBody>
          </p:sp>
        </p:grpSp>
        <p:grpSp>
          <p:nvGrpSpPr>
            <p:cNvPr id="25" name="그룹 24"/>
            <p:cNvGrpSpPr/>
            <p:nvPr/>
          </p:nvGrpSpPr>
          <p:grpSpPr>
            <a:xfrm>
              <a:off x="8597775" y="2394433"/>
              <a:ext cx="3036984" cy="1718612"/>
              <a:chOff x="8226372" y="4121210"/>
              <a:chExt cx="3036984" cy="1718612"/>
            </a:xfrm>
          </p:grpSpPr>
          <p:sp>
            <p:nvSpPr>
              <p:cNvPr id="18" name="직사각형 17"/>
              <p:cNvSpPr/>
              <p:nvPr/>
            </p:nvSpPr>
            <p:spPr>
              <a:xfrm>
                <a:off x="8226372" y="412121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자료실                                 </a:t>
                </a:r>
                <a:r>
                  <a:rPr lang="en-US" altLang="ko-KR" sz="1200" b="1" dirty="0"/>
                  <a:t>19 Page</a:t>
                </a:r>
                <a:endParaRPr lang="ko-KR" altLang="en-US" sz="1200" b="1" dirty="0"/>
              </a:p>
            </p:txBody>
          </p:sp>
          <p:sp>
            <p:nvSpPr>
              <p:cNvPr id="19" name="직사각형 18"/>
              <p:cNvSpPr/>
              <p:nvPr/>
            </p:nvSpPr>
            <p:spPr>
              <a:xfrm>
                <a:off x="8226372" y="458287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동영상강의                           </a:t>
                </a:r>
                <a:r>
                  <a:rPr lang="en-US" altLang="ko-KR" sz="1200" b="1" dirty="0"/>
                  <a:t>20 Page</a:t>
                </a:r>
                <a:endParaRPr lang="ko-KR" altLang="en-US" sz="1200" b="1" dirty="0"/>
              </a:p>
            </p:txBody>
          </p:sp>
          <p:sp>
            <p:nvSpPr>
              <p:cNvPr id="20" name="직사각형 19"/>
              <p:cNvSpPr/>
              <p:nvPr/>
            </p:nvSpPr>
            <p:spPr>
              <a:xfrm>
                <a:off x="8226372" y="5044540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200" b="1" dirty="0"/>
                  <a:t>질문답변                              </a:t>
                </a:r>
                <a:r>
                  <a:rPr lang="en-US" altLang="ko-KR" sz="1200" b="1" dirty="0"/>
                  <a:t>22 Page</a:t>
                </a:r>
                <a:endParaRPr lang="ko-KR" altLang="en-US" sz="1200" b="1" dirty="0"/>
              </a:p>
            </p:txBody>
          </p:sp>
          <p:sp>
            <p:nvSpPr>
              <p:cNvPr id="21" name="직사각형 20"/>
              <p:cNvSpPr/>
              <p:nvPr/>
            </p:nvSpPr>
            <p:spPr>
              <a:xfrm>
                <a:off x="8226372" y="5506205"/>
                <a:ext cx="3036984" cy="33361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sz="1200" b="1" dirty="0"/>
                  <a:t>(</a:t>
                </a:r>
                <a:r>
                  <a:rPr lang="ko-KR" altLang="en-US" sz="1200" b="1" dirty="0"/>
                  <a:t>마이</a:t>
                </a:r>
                <a:r>
                  <a:rPr lang="en-US" altLang="ko-KR" sz="1200" b="1" dirty="0"/>
                  <a:t>, </a:t>
                </a:r>
                <a:r>
                  <a:rPr lang="ko-KR" altLang="en-US" sz="1200" b="1" dirty="0"/>
                  <a:t>관리</a:t>
                </a:r>
                <a:r>
                  <a:rPr lang="en-US" altLang="ko-KR" sz="1200" b="1" dirty="0"/>
                  <a:t>)</a:t>
                </a:r>
                <a:r>
                  <a:rPr lang="ko-KR" altLang="en-US" sz="1200" b="1" dirty="0"/>
                  <a:t>페이지                  </a:t>
                </a:r>
                <a:r>
                  <a:rPr lang="en-US" altLang="ko-KR" sz="1200" b="1" dirty="0"/>
                  <a:t>24 Page</a:t>
                </a:r>
                <a:endParaRPr lang="ko-KR" altLang="en-US" sz="12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740184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32560"/>
              </p:ext>
            </p:extLst>
          </p:nvPr>
        </p:nvGraphicFramePr>
        <p:xfrm>
          <a:off x="7292972" y="784363"/>
          <a:ext cx="4899028" cy="469995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-&gt;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 상태로 변경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소개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드롭다운으로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변경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배경 너비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100%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</a:tbl>
          </a:graphicData>
        </a:graphic>
      </p:graphicFrame>
      <p:grpSp>
        <p:nvGrpSpPr>
          <p:cNvPr id="3" name="그룹 2"/>
          <p:cNvGrpSpPr/>
          <p:nvPr/>
        </p:nvGrpSpPr>
        <p:grpSpPr>
          <a:xfrm>
            <a:off x="0" y="784442"/>
            <a:ext cx="7195625" cy="4809579"/>
            <a:chOff x="0" y="1162516"/>
            <a:chExt cx="7195625" cy="4809579"/>
          </a:xfrm>
        </p:grpSpPr>
        <p:grpSp>
          <p:nvGrpSpPr>
            <p:cNvPr id="2" name="그룹 1">
              <a:extLst>
                <a:ext uri="{FF2B5EF4-FFF2-40B4-BE49-F238E27FC236}">
                  <a16:creationId xmlns:a16="http://schemas.microsoft.com/office/drawing/2014/main" id="{BFD04F46-604E-422A-99B4-C8337B4D3951}"/>
                </a:ext>
              </a:extLst>
            </p:cNvPr>
            <p:cNvGrpSpPr/>
            <p:nvPr/>
          </p:nvGrpSpPr>
          <p:grpSpPr>
            <a:xfrm>
              <a:off x="0" y="1162516"/>
              <a:ext cx="7195624" cy="1009270"/>
              <a:chOff x="0" y="793154"/>
              <a:chExt cx="7195624" cy="1009270"/>
            </a:xfrm>
          </p:grpSpPr>
          <p:pic>
            <p:nvPicPr>
              <p:cNvPr id="4" name="그림 3"/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b="83431"/>
              <a:stretch/>
            </p:blipFill>
            <p:spPr>
              <a:xfrm>
                <a:off x="0" y="793154"/>
                <a:ext cx="7195624" cy="1004871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</p:pic>
          <p:sp>
            <p:nvSpPr>
              <p:cNvPr id="9" name="타원 8"/>
              <p:cNvSpPr/>
              <p:nvPr/>
            </p:nvSpPr>
            <p:spPr>
              <a:xfrm>
                <a:off x="2377440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1</a:t>
                </a:r>
                <a:endParaRPr lang="ko-KR" altLang="en-US" dirty="0"/>
              </a:p>
            </p:txBody>
          </p:sp>
          <p:sp>
            <p:nvSpPr>
              <p:cNvPr id="10" name="타원 9"/>
              <p:cNvSpPr/>
              <p:nvPr/>
            </p:nvSpPr>
            <p:spPr>
              <a:xfrm>
                <a:off x="5463248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2</a:t>
                </a:r>
                <a:endParaRPr lang="ko-KR" altLang="en-US" dirty="0"/>
              </a:p>
            </p:txBody>
          </p:sp>
          <p:sp>
            <p:nvSpPr>
              <p:cNvPr id="11" name="직사각형 10"/>
              <p:cNvSpPr/>
              <p:nvPr/>
            </p:nvSpPr>
            <p:spPr>
              <a:xfrm>
                <a:off x="58908" y="1432304"/>
                <a:ext cx="5070441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타원 11"/>
              <p:cNvSpPr/>
              <p:nvPr/>
            </p:nvSpPr>
            <p:spPr>
              <a:xfrm>
                <a:off x="6486381" y="1025862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3</a:t>
                </a:r>
                <a:endParaRPr lang="ko-KR" altLang="en-US" dirty="0"/>
              </a:p>
            </p:txBody>
          </p:sp>
          <p:sp>
            <p:nvSpPr>
              <p:cNvPr id="13" name="직사각형 12"/>
              <p:cNvSpPr/>
              <p:nvPr/>
            </p:nvSpPr>
            <p:spPr>
              <a:xfrm>
                <a:off x="2734409" y="949569"/>
                <a:ext cx="1661746" cy="407564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4" name="타원 13"/>
              <p:cNvSpPr/>
              <p:nvPr/>
            </p:nvSpPr>
            <p:spPr>
              <a:xfrm>
                <a:off x="136280" y="148987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4</a:t>
                </a:r>
                <a:endParaRPr lang="ko-KR" altLang="en-US" dirty="0"/>
              </a:p>
            </p:txBody>
          </p:sp>
          <p:sp>
            <p:nvSpPr>
              <p:cNvPr id="16" name="타원 15"/>
              <p:cNvSpPr/>
              <p:nvPr/>
            </p:nvSpPr>
            <p:spPr>
              <a:xfrm>
                <a:off x="6486992" y="1485895"/>
                <a:ext cx="254977" cy="254977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50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dirty="0"/>
                  <a:t>5</a:t>
                </a:r>
                <a:endParaRPr lang="ko-KR" altLang="en-US" dirty="0"/>
              </a:p>
            </p:txBody>
          </p:sp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C9A356AF-A7B6-46EF-8246-D1EDD93E8D73}"/>
                  </a:ext>
                </a:extLst>
              </p:cNvPr>
              <p:cNvSpPr/>
              <p:nvPr/>
            </p:nvSpPr>
            <p:spPr>
              <a:xfrm>
                <a:off x="5226698" y="1427649"/>
                <a:ext cx="1705326" cy="370120"/>
              </a:xfrm>
              <a:prstGeom prst="rect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F7241223-81D0-48E2-8033-4B4CB11779B9}"/>
                </a:ext>
              </a:extLst>
            </p:cNvPr>
            <p:cNvSpPr txBox="1"/>
            <p:nvPr/>
          </p:nvSpPr>
          <p:spPr>
            <a:xfrm>
              <a:off x="36289" y="1165505"/>
              <a:ext cx="10775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600" b="1" dirty="0">
                  <a:solidFill>
                    <a:srgbClr val="0000FF"/>
                  </a:solidFill>
                </a:rPr>
                <a:t>헤더 영역</a:t>
              </a:r>
            </a:p>
          </p:txBody>
        </p:sp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5015040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32781" y="5023251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  <p:grpSp>
          <p:nvGrpSpPr>
            <p:cNvPr id="42" name="그룹 41">
              <a:extLst>
                <a:ext uri="{FF2B5EF4-FFF2-40B4-BE49-F238E27FC236}">
                  <a16:creationId xmlns:a16="http://schemas.microsoft.com/office/drawing/2014/main" id="{25AE743B-34E5-4684-BF82-BB8992A5C349}"/>
                </a:ext>
              </a:extLst>
            </p:cNvPr>
            <p:cNvGrpSpPr/>
            <p:nvPr/>
          </p:nvGrpSpPr>
          <p:grpSpPr>
            <a:xfrm>
              <a:off x="0" y="2250334"/>
              <a:ext cx="7195625" cy="2694369"/>
              <a:chOff x="0" y="1881051"/>
              <a:chExt cx="7195625" cy="2694369"/>
            </a:xfrm>
          </p:grpSpPr>
          <p:sp>
            <p:nvSpPr>
              <p:cNvPr id="31" name="직사각형 30">
                <a:extLst>
                  <a:ext uri="{FF2B5EF4-FFF2-40B4-BE49-F238E27FC236}">
                    <a16:creationId xmlns:a16="http://schemas.microsoft.com/office/drawing/2014/main" id="{831AC7B0-23F5-426E-B6D0-A6D0D630E938}"/>
                  </a:ext>
                </a:extLst>
              </p:cNvPr>
              <p:cNvSpPr/>
              <p:nvPr/>
            </p:nvSpPr>
            <p:spPr>
              <a:xfrm>
                <a:off x="1" y="1881051"/>
                <a:ext cx="7195624" cy="269436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grpSp>
            <p:nvGrpSpPr>
              <p:cNvPr id="41" name="그룹 40">
                <a:extLst>
                  <a:ext uri="{FF2B5EF4-FFF2-40B4-BE49-F238E27FC236}">
                    <a16:creationId xmlns:a16="http://schemas.microsoft.com/office/drawing/2014/main" id="{4D8D1471-8277-40C9-A223-7AD4448D2B77}"/>
                  </a:ext>
                </a:extLst>
              </p:cNvPr>
              <p:cNvGrpSpPr/>
              <p:nvPr/>
            </p:nvGrpSpPr>
            <p:grpSpPr>
              <a:xfrm>
                <a:off x="0" y="1881051"/>
                <a:ext cx="7195624" cy="2694369"/>
                <a:chOff x="0" y="1881051"/>
                <a:chExt cx="7195624" cy="2694369"/>
              </a:xfrm>
            </p:grpSpPr>
            <p:cxnSp>
              <p:nvCxnSpPr>
                <p:cNvPr id="33" name="직선 연결선 32">
                  <a:extLst>
                    <a:ext uri="{FF2B5EF4-FFF2-40B4-BE49-F238E27FC236}">
                      <a16:creationId xmlns:a16="http://schemas.microsoft.com/office/drawing/2014/main" id="{C7DF8FC0-B8D7-4773-90AC-07AC39E14F0C}"/>
                    </a:ext>
                  </a:extLst>
                </p:cNvPr>
                <p:cNvCxnSpPr/>
                <p:nvPr/>
              </p:nvCxnSpPr>
              <p:spPr>
                <a:xfrm>
                  <a:off x="0" y="1881051"/>
                  <a:ext cx="7195624" cy="26943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" name="직선 연결선 34">
                  <a:extLst>
                    <a:ext uri="{FF2B5EF4-FFF2-40B4-BE49-F238E27FC236}">
                      <a16:creationId xmlns:a16="http://schemas.microsoft.com/office/drawing/2014/main" id="{65DCF5E2-936E-45DE-837C-F509CA13E4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0" y="1891246"/>
                  <a:ext cx="7195624" cy="2684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</p:grpSp>
      <p:sp>
        <p:nvSpPr>
          <p:cNvPr id="15" name="슬라이드 번호 개체 틀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262583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front_main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9116462"/>
              </p:ext>
            </p:extLst>
          </p:nvPr>
        </p:nvGraphicFramePr>
        <p:xfrm>
          <a:off x="7292972" y="793154"/>
          <a:ext cx="4899028" cy="37912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왼쪽으로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책 표지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슬라이드 배너 버튼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오른쪽으로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(+)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 클릭 시 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6352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 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7255153"/>
                  </a:ext>
                </a:extLst>
              </a:tr>
              <a:tr h="2984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1249821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78598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3376496" y="3228232"/>
            <a:ext cx="254977" cy="2007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399342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5856138" y="3022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354825" y="302223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614A4C3-5C84-4950-8ECC-36EE3CB731A7}"/>
              </a:ext>
            </a:extLst>
          </p:cNvPr>
          <p:cNvSpPr/>
          <p:nvPr/>
        </p:nvSpPr>
        <p:spPr>
          <a:xfrm>
            <a:off x="6422533" y="1437151"/>
            <a:ext cx="496467" cy="5480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2B2FA218-C8DC-40AC-AB1A-4399A3F7873B}"/>
              </a:ext>
            </a:extLst>
          </p:cNvPr>
          <p:cNvSpPr/>
          <p:nvPr/>
        </p:nvSpPr>
        <p:spPr>
          <a:xfrm>
            <a:off x="6543277" y="114733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85B912-8F58-472E-83E5-A35D5A578F1B}"/>
              </a:ext>
            </a:extLst>
          </p:cNvPr>
          <p:cNvSpPr/>
          <p:nvPr/>
        </p:nvSpPr>
        <p:spPr>
          <a:xfrm>
            <a:off x="888235" y="897841"/>
            <a:ext cx="5425479" cy="192533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3E0A3DC3-8506-41A9-BA40-59AC0719A972}"/>
              </a:ext>
            </a:extLst>
          </p:cNvPr>
          <p:cNvSpPr/>
          <p:nvPr/>
        </p:nvSpPr>
        <p:spPr>
          <a:xfrm>
            <a:off x="3470323" y="95110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40D83C5-8EA9-4653-A51F-F68AA32882F3}"/>
              </a:ext>
            </a:extLst>
          </p:cNvPr>
          <p:cNvSpPr/>
          <p:nvPr/>
        </p:nvSpPr>
        <p:spPr>
          <a:xfrm>
            <a:off x="278598" y="3429000"/>
            <a:ext cx="3000550" cy="127108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2F448F66-1E7A-491D-8F09-84283FD9FC35}"/>
              </a:ext>
            </a:extLst>
          </p:cNvPr>
          <p:cNvSpPr/>
          <p:nvPr/>
        </p:nvSpPr>
        <p:spPr>
          <a:xfrm>
            <a:off x="3382780" y="292026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13DDD398-7678-4FF8-B882-CB6F54354732}"/>
              </a:ext>
            </a:extLst>
          </p:cNvPr>
          <p:cNvSpPr/>
          <p:nvPr/>
        </p:nvSpPr>
        <p:spPr>
          <a:xfrm>
            <a:off x="2968847" y="31130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7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328FE0-CE10-4BFA-B782-008AF5CD215A}"/>
              </a:ext>
            </a:extLst>
          </p:cNvPr>
          <p:cNvSpPr txBox="1"/>
          <p:nvPr/>
        </p:nvSpPr>
        <p:spPr>
          <a:xfrm>
            <a:off x="69669" y="951107"/>
            <a:ext cx="8068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408px</a:t>
            </a:r>
            <a:endParaRPr lang="ko-KR" altLang="en-US" dirty="0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C3FC933-7163-4C5E-9C8B-22A843059E84}"/>
              </a:ext>
            </a:extLst>
          </p:cNvPr>
          <p:cNvCxnSpPr/>
          <p:nvPr/>
        </p:nvCxnSpPr>
        <p:spPr>
          <a:xfrm>
            <a:off x="69669" y="5062330"/>
            <a:ext cx="7125955" cy="0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5C7F86DE-A145-48CA-8C23-E5E3FD1C9A16}"/>
              </a:ext>
            </a:extLst>
          </p:cNvPr>
          <p:cNvSpPr txBox="1"/>
          <p:nvPr/>
        </p:nvSpPr>
        <p:spPr>
          <a:xfrm>
            <a:off x="6096000" y="5181549"/>
            <a:ext cx="28757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1155.5px bottom</a:t>
            </a:r>
            <a:r>
              <a:rPr lang="ko-KR" altLang="en-US" dirty="0"/>
              <a:t> 배경 </a:t>
            </a:r>
            <a:r>
              <a:rPr lang="en-US" altLang="ko-KR"/>
              <a:t>100%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6840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PS-front-sign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96230007"/>
              </p:ext>
            </p:extLst>
          </p:nvPr>
        </p:nvGraphicFramePr>
        <p:xfrm>
          <a:off x="7292972" y="793156"/>
          <a:ext cx="4899028" cy="330613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2782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517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 기능 체크박스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0576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43723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225402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id_find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8556216"/>
              </p:ext>
            </p:extLst>
          </p:nvPr>
        </p:nvGraphicFramePr>
        <p:xfrm>
          <a:off x="7292972" y="793154"/>
          <a:ext cx="4899028" cy="25784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0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26630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pwd_find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1497318"/>
              </p:ext>
            </p:extLst>
          </p:nvPr>
        </p:nvGraphicFramePr>
        <p:xfrm>
          <a:off x="7292972" y="793154"/>
          <a:ext cx="4899028" cy="294925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찾기 기능 버튼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782353"/>
            <a:ext cx="7196399" cy="557399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13925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PS-front-join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220659"/>
              </p:ext>
            </p:extLst>
          </p:nvPr>
        </p:nvGraphicFramePr>
        <p:xfrm>
          <a:off x="7292972" y="782353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496632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4232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2864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172463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559785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2151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56192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693956"/>
            <a:ext cx="5512525" cy="119204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4940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5601413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56192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199830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17375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1830776"/>
            <a:ext cx="5512525" cy="132389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617DDB6-BF2C-4956-9971-3032ACE595A8}"/>
              </a:ext>
            </a:extLst>
          </p:cNvPr>
          <p:cNvSpPr txBox="1"/>
          <p:nvPr/>
        </p:nvSpPr>
        <p:spPr>
          <a:xfrm>
            <a:off x="148046" y="1045029"/>
            <a:ext cx="9847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1,224px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488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PS-front-info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0218486"/>
              </p:ext>
            </p:extLst>
          </p:nvPr>
        </p:nvGraphicFramePr>
        <p:xfrm>
          <a:off x="7292972" y="791728"/>
          <a:ext cx="4899028" cy="380873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중복 체크 기능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pic>
        <p:nvPicPr>
          <p:cNvPr id="5" name="그림 4" descr="스크린샷이(가) 표시된 사진&#10;&#10;자동 생성된 설명">
            <a:extLst>
              <a:ext uri="{FF2B5EF4-FFF2-40B4-BE49-F238E27FC236}">
                <a16:creationId xmlns:a16="http://schemas.microsoft.com/office/drawing/2014/main" id="{5E2655AD-35CB-467F-B6E6-4B030230C624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44" b="17113"/>
          <a:stretch/>
        </p:blipFill>
        <p:spPr>
          <a:xfrm>
            <a:off x="0" y="791728"/>
            <a:ext cx="7196399" cy="3878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212CC282-862D-4954-BBB6-E6855B7714FF}"/>
              </a:ext>
            </a:extLst>
          </p:cNvPr>
          <p:cNvSpPr/>
          <p:nvPr/>
        </p:nvSpPr>
        <p:spPr>
          <a:xfrm>
            <a:off x="1612604" y="2179197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0F56E049-C306-4F1A-A650-6AFCA2AE1AAF}"/>
              </a:ext>
            </a:extLst>
          </p:cNvPr>
          <p:cNvSpPr/>
          <p:nvPr/>
        </p:nvSpPr>
        <p:spPr>
          <a:xfrm>
            <a:off x="1608250" y="2562475"/>
            <a:ext cx="3272905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47D2DCD0-206B-4D9F-8468-E480EDBE5196}"/>
              </a:ext>
            </a:extLst>
          </p:cNvPr>
          <p:cNvSpPr/>
          <p:nvPr/>
        </p:nvSpPr>
        <p:spPr>
          <a:xfrm>
            <a:off x="4922472" y="2179197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373110DB-C9C2-46BF-9CAB-6EBE58E3858B}"/>
              </a:ext>
            </a:extLst>
          </p:cNvPr>
          <p:cNvSpPr/>
          <p:nvPr/>
        </p:nvSpPr>
        <p:spPr>
          <a:xfrm>
            <a:off x="4922472" y="2561593"/>
            <a:ext cx="757646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7845100E-7BAC-4321-9F4F-830BB924D55C}"/>
              </a:ext>
            </a:extLst>
          </p:cNvPr>
          <p:cNvSpPr/>
          <p:nvPr/>
        </p:nvSpPr>
        <p:spPr>
          <a:xfrm>
            <a:off x="1608249" y="2941193"/>
            <a:ext cx="4071869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7D00E2DF-5180-476D-97D8-CA5589505AB7}"/>
              </a:ext>
            </a:extLst>
          </p:cNvPr>
          <p:cNvSpPr/>
          <p:nvPr/>
        </p:nvSpPr>
        <p:spPr>
          <a:xfrm>
            <a:off x="1612604" y="3354856"/>
            <a:ext cx="4071869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58034A36-31EB-4CF4-9452-746CAB10953D}"/>
              </a:ext>
            </a:extLst>
          </p:cNvPr>
          <p:cNvSpPr/>
          <p:nvPr/>
        </p:nvSpPr>
        <p:spPr>
          <a:xfrm>
            <a:off x="1261054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DA67EB4-F034-4347-926A-8F175A524167}"/>
              </a:ext>
            </a:extLst>
          </p:cNvPr>
          <p:cNvSpPr/>
          <p:nvPr/>
        </p:nvSpPr>
        <p:spPr>
          <a:xfrm>
            <a:off x="1262573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D2B9E84B-77C7-4FEC-BA8E-33DE35E97C8C}"/>
              </a:ext>
            </a:extLst>
          </p:cNvPr>
          <p:cNvSpPr/>
          <p:nvPr/>
        </p:nvSpPr>
        <p:spPr>
          <a:xfrm>
            <a:off x="5776691" y="22102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50851784-03F0-450E-AD0E-1809578B3FFB}"/>
              </a:ext>
            </a:extLst>
          </p:cNvPr>
          <p:cNvSpPr/>
          <p:nvPr/>
        </p:nvSpPr>
        <p:spPr>
          <a:xfrm>
            <a:off x="5776690" y="26037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C2F1780E-9331-45E8-B364-43DD7D07CF6C}"/>
              </a:ext>
            </a:extLst>
          </p:cNvPr>
          <p:cNvSpPr/>
          <p:nvPr/>
        </p:nvSpPr>
        <p:spPr>
          <a:xfrm>
            <a:off x="1261054" y="301221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B3DD555D-705E-4E24-AB45-D9AF7D0D39F5}"/>
              </a:ext>
            </a:extLst>
          </p:cNvPr>
          <p:cNvSpPr/>
          <p:nvPr/>
        </p:nvSpPr>
        <p:spPr>
          <a:xfrm>
            <a:off x="1266926" y="34206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F4EF6503-95CB-479F-9AD2-39B2DFF116CD}"/>
              </a:ext>
            </a:extLst>
          </p:cNvPr>
          <p:cNvSpPr/>
          <p:nvPr/>
        </p:nvSpPr>
        <p:spPr>
          <a:xfrm>
            <a:off x="2525486" y="3994034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2C288E15-77DF-4C2A-8F84-0C118C16CE19}"/>
              </a:ext>
            </a:extLst>
          </p:cNvPr>
          <p:cNvSpPr/>
          <p:nvPr/>
        </p:nvSpPr>
        <p:spPr>
          <a:xfrm>
            <a:off x="3640963" y="3987576"/>
            <a:ext cx="1018904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>
            <a:extLst>
              <a:ext uri="{FF2B5EF4-FFF2-40B4-BE49-F238E27FC236}">
                <a16:creationId xmlns:a16="http://schemas.microsoft.com/office/drawing/2014/main" id="{515DA552-54AF-4EB8-BE36-D395CAF5848F}"/>
              </a:ext>
            </a:extLst>
          </p:cNvPr>
          <p:cNvSpPr/>
          <p:nvPr/>
        </p:nvSpPr>
        <p:spPr>
          <a:xfrm>
            <a:off x="2172618" y="403246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150E0440-2AF1-40DD-88C1-C18E034861BC}"/>
              </a:ext>
            </a:extLst>
          </p:cNvPr>
          <p:cNvSpPr/>
          <p:nvPr/>
        </p:nvSpPr>
        <p:spPr>
          <a:xfrm>
            <a:off x="4753666" y="40389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82936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0635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join_ok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9339955"/>
              </p:ext>
            </p:extLst>
          </p:nvPr>
        </p:nvGraphicFramePr>
        <p:xfrm>
          <a:off x="7292972" y="782936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81259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690154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7510079"/>
              </p:ext>
            </p:extLst>
          </p:nvPr>
        </p:nvGraphicFramePr>
        <p:xfrm>
          <a:off x="7301681" y="784445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회사소개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찾아오시는 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3111091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918759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com_side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EB5D449-9917-4A55-BCCE-52E5A75205E2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FB4EF422-026E-491C-8060-714479608EC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22ECAA30-8582-40A1-B331-5BDF2608080C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135CBB-2CFE-4274-8697-B2A78BCEA5FF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2" name="곱하기 기호 1">
            <a:extLst>
              <a:ext uri="{FF2B5EF4-FFF2-40B4-BE49-F238E27FC236}">
                <a16:creationId xmlns:a16="http://schemas.microsoft.com/office/drawing/2014/main" id="{BBDB191E-91C2-45BC-86D3-1BFDBA5CE97F}"/>
              </a:ext>
            </a:extLst>
          </p:cNvPr>
          <p:cNvSpPr/>
          <p:nvPr/>
        </p:nvSpPr>
        <p:spPr>
          <a:xfrm>
            <a:off x="322217" y="130629"/>
            <a:ext cx="12192000" cy="6487885"/>
          </a:xfrm>
          <a:prstGeom prst="mathMultiply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4" t="16509" b="16317"/>
          <a:stretch/>
        </p:blipFill>
        <p:spPr>
          <a:xfrm>
            <a:off x="0" y="782347"/>
            <a:ext cx="7196399" cy="557400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32967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PS-front-com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371887"/>
              </p:ext>
            </p:extLst>
          </p:nvPr>
        </p:nvGraphicFramePr>
        <p:xfrm>
          <a:off x="7292972" y="782347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19C2746-0EB0-43E8-953D-47CB7301325C}"/>
              </a:ext>
            </a:extLst>
          </p:cNvPr>
          <p:cNvSpPr txBox="1"/>
          <p:nvPr/>
        </p:nvSpPr>
        <p:spPr>
          <a:xfrm>
            <a:off x="1506582" y="1149195"/>
            <a:ext cx="86533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dirty="0">
                <a:solidFill>
                  <a:srgbClr val="FF0000"/>
                </a:solidFill>
              </a:rPr>
              <a:t>디자인 완전 변경 및 멘트 추가</a:t>
            </a:r>
          </a:p>
        </p:txBody>
      </p:sp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260" t="16762" b="16571"/>
          <a:stretch/>
        </p:blipFill>
        <p:spPr>
          <a:xfrm>
            <a:off x="0" y="791234"/>
            <a:ext cx="7196400" cy="556511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6649657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rgbClr val="FF0000"/>
                          </a:solidFill>
                        </a:rPr>
                        <a:t>dir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directions.html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찾아오시는 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0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8548394"/>
              </p:ext>
            </p:extLst>
          </p:nvPr>
        </p:nvGraphicFramePr>
        <p:xfrm>
          <a:off x="7292972" y="791235"/>
          <a:ext cx="4899028" cy="106902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지도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dirty="0" err="1">
                          <a:solidFill>
                            <a:schemeClr val="tx1"/>
                          </a:solidFill>
                        </a:rPr>
                        <a:t>Kakao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Map API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활용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회사 위치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5" name="타원 4">
            <a:extLst>
              <a:ext uri="{FF2B5EF4-FFF2-40B4-BE49-F238E27FC236}">
                <a16:creationId xmlns:a16="http://schemas.microsoft.com/office/drawing/2014/main" id="{CE7FD511-56A7-48C8-9C7A-7C33DFE4A659}"/>
              </a:ext>
            </a:extLst>
          </p:cNvPr>
          <p:cNvSpPr/>
          <p:nvPr/>
        </p:nvSpPr>
        <p:spPr>
          <a:xfrm>
            <a:off x="281995" y="196188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F7F0B07-6EC5-4098-8036-2A656F64B3D0}"/>
              </a:ext>
            </a:extLst>
          </p:cNvPr>
          <p:cNvSpPr/>
          <p:nvPr/>
        </p:nvSpPr>
        <p:spPr>
          <a:xfrm>
            <a:off x="217716" y="1905251"/>
            <a:ext cx="3309256" cy="2804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2C1E0B-34C0-41E7-A317-F34B09CE6CFB}"/>
              </a:ext>
            </a:extLst>
          </p:cNvPr>
          <p:cNvSpPr txBox="1"/>
          <p:nvPr/>
        </p:nvSpPr>
        <p:spPr>
          <a:xfrm>
            <a:off x="1506582" y="1149195"/>
            <a:ext cx="86533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dirty="0">
                <a:solidFill>
                  <a:srgbClr val="FF0000"/>
                </a:solidFill>
              </a:rPr>
              <a:t>디자인 완전 변경 및 문장 변경</a:t>
            </a:r>
          </a:p>
        </p:txBody>
      </p:sp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52B2B16-E3E1-4F29-92BB-74AEE03F925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5" b="16190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9147844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PS-front-book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8541949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도서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CA0482C-31EB-441F-A47C-FFFCC220FAFA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6757852" y="42037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17</a:t>
            </a:fld>
            <a:endParaRPr lang="ko-KR" altLang="en-US" dirty="0"/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045B63B9-B778-4A39-A65D-08DD304EB4BB}"/>
              </a:ext>
            </a:extLst>
          </p:cNvPr>
          <p:cNvCxnSpPr/>
          <p:nvPr/>
        </p:nvCxnSpPr>
        <p:spPr>
          <a:xfrm>
            <a:off x="1814843" y="793154"/>
            <a:ext cx="0" cy="6263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C029A1B-92ED-4505-8AB5-0E964514A334}"/>
              </a:ext>
            </a:extLst>
          </p:cNvPr>
          <p:cNvSpPr txBox="1"/>
          <p:nvPr/>
        </p:nvSpPr>
        <p:spPr>
          <a:xfrm>
            <a:off x="286408" y="1016519"/>
            <a:ext cx="251620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>
                <a:solidFill>
                  <a:srgbClr val="FF0000"/>
                </a:solidFill>
              </a:rPr>
              <a:t>95px</a:t>
            </a:r>
          </a:p>
          <a:p>
            <a:endParaRPr lang="en-US" altLang="ko-KR" b="1" dirty="0">
              <a:solidFill>
                <a:srgbClr val="FF0000"/>
              </a:solidFill>
            </a:endParaRPr>
          </a:p>
          <a:p>
            <a:r>
              <a:rPr lang="ko-KR" altLang="en-US" b="1" dirty="0">
                <a:solidFill>
                  <a:srgbClr val="FF0000"/>
                </a:solidFill>
              </a:rPr>
              <a:t>선 </a:t>
            </a:r>
            <a:r>
              <a:rPr lang="en-US" altLang="ko-KR" b="1" dirty="0">
                <a:solidFill>
                  <a:srgbClr val="FF0000"/>
                </a:solidFill>
              </a:rPr>
              <a:t>(</a:t>
            </a:r>
            <a:r>
              <a:rPr lang="en-US" altLang="ko-KR" b="1" dirty="0" err="1">
                <a:solidFill>
                  <a:srgbClr val="FF0000"/>
                </a:solidFill>
              </a:rPr>
              <a:t>magin</a:t>
            </a:r>
            <a:r>
              <a:rPr lang="en-US" altLang="ko-KR" b="1" dirty="0">
                <a:solidFill>
                  <a:srgbClr val="FF0000"/>
                </a:solidFill>
              </a:rPr>
              <a:t>-top 10px) 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63505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5874C090-0FE2-483E-BA84-5231ED42AC7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814" b="9968"/>
          <a:stretch/>
        </p:blipFill>
        <p:spPr>
          <a:xfrm>
            <a:off x="0" y="793154"/>
            <a:ext cx="7196400" cy="5563196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057558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book_cnt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Books_cnt.html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9939844"/>
              </p:ext>
            </p:extLst>
          </p:nvPr>
        </p:nvGraphicFramePr>
        <p:xfrm>
          <a:off x="7292972" y="793154"/>
          <a:ext cx="4899028" cy="225583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도서구매 사이트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해당 도서 구매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5939245" y="1053736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5635982" y="105373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941423" y="10493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BC0E055-4C6F-407D-9514-C2D5924851B4}"/>
              </a:ext>
            </a:extLst>
          </p:cNvPr>
          <p:cNvSpPr/>
          <p:nvPr/>
        </p:nvSpPr>
        <p:spPr>
          <a:xfrm>
            <a:off x="4718442" y="1360187"/>
            <a:ext cx="1315436" cy="9127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877E2E4B-D3C6-4B82-B0DE-EB8FAD2FDF39}"/>
              </a:ext>
            </a:extLst>
          </p:cNvPr>
          <p:cNvSpPr/>
          <p:nvPr/>
        </p:nvSpPr>
        <p:spPr>
          <a:xfrm>
            <a:off x="5763470" y="13893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6B94CF1C-C6FD-49F1-B229-C9321673ECFB}"/>
              </a:ext>
            </a:extLst>
          </p:cNvPr>
          <p:cNvSpPr/>
          <p:nvPr/>
        </p:nvSpPr>
        <p:spPr>
          <a:xfrm>
            <a:off x="6413866" y="1049385"/>
            <a:ext cx="476737" cy="22642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73074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44A3DE9E-C5E1-4FCE-9C88-D7BB7BA3819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979777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b="0" dirty="0">
                          <a:solidFill>
                            <a:srgbClr val="FF0000"/>
                          </a:solidFill>
                        </a:rPr>
                        <a:t>PS-front-</a:t>
                      </a:r>
                      <a:r>
                        <a:rPr lang="en-US" altLang="ko-KR" sz="1600" b="0" dirty="0" err="1">
                          <a:solidFill>
                            <a:srgbClr val="FF0000"/>
                          </a:solidFill>
                        </a:rPr>
                        <a:t>pds</a:t>
                      </a:r>
                      <a:endParaRPr lang="ko-KR" altLang="en-US" sz="1600" b="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pds.html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3472742"/>
              </p:ext>
            </p:extLst>
          </p:nvPr>
        </p:nvGraphicFramePr>
        <p:xfrm>
          <a:off x="7292972" y="793154"/>
          <a:ext cx="4899028" cy="5606737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파일 다운로드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관련 자료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0564489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D36BBF9D-6AE1-4F20-B830-2D43E02C64D7}"/>
              </a:ext>
            </a:extLst>
          </p:cNvPr>
          <p:cNvSpPr/>
          <p:nvPr/>
        </p:nvSpPr>
        <p:spPr>
          <a:xfrm>
            <a:off x="5796967" y="35005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197DFF8-4D7D-4409-829B-148CBBA1DC28}"/>
              </a:ext>
            </a:extLst>
          </p:cNvPr>
          <p:cNvSpPr/>
          <p:nvPr/>
        </p:nvSpPr>
        <p:spPr>
          <a:xfrm>
            <a:off x="2005423" y="3517975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142E3C3F-C029-47EC-9AD1-4EE5B2D32B59}"/>
              </a:ext>
            </a:extLst>
          </p:cNvPr>
          <p:cNvSpPr/>
          <p:nvPr/>
        </p:nvSpPr>
        <p:spPr>
          <a:xfrm>
            <a:off x="2714480" y="35361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300739F4-F74C-414C-962C-468B3BD0AD67}"/>
              </a:ext>
            </a:extLst>
          </p:cNvPr>
          <p:cNvSpPr/>
          <p:nvPr/>
        </p:nvSpPr>
        <p:spPr>
          <a:xfrm>
            <a:off x="5802030" y="3772670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FF600EC5-4FB2-4674-A799-9A2BD7EE4BD2}"/>
              </a:ext>
            </a:extLst>
          </p:cNvPr>
          <p:cNvSpPr/>
          <p:nvPr/>
        </p:nvSpPr>
        <p:spPr>
          <a:xfrm>
            <a:off x="6259237" y="3768312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E855C7-6482-4681-A46B-9F57CBB7655B}"/>
              </a:ext>
            </a:extLst>
          </p:cNvPr>
          <p:cNvSpPr/>
          <p:nvPr/>
        </p:nvSpPr>
        <p:spPr>
          <a:xfrm>
            <a:off x="6259237" y="348547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740595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CE16007-D1D4-4606-AF0C-1FBBE2242BA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b="16190"/>
          <a:stretch/>
        </p:blipFill>
        <p:spPr>
          <a:xfrm>
            <a:off x="0" y="795302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242406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FF0000"/>
                          </a:solidFill>
                        </a:rPr>
                        <a:t>PS-front-online</a:t>
                      </a:r>
                      <a:endParaRPr lang="ko-KR" altLang="en-US" sz="1600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645983"/>
              </p:ext>
            </p:extLst>
          </p:nvPr>
        </p:nvGraphicFramePr>
        <p:xfrm>
          <a:off x="7292972" y="793154"/>
          <a:ext cx="4899028" cy="4699004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도서 표지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제목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동영상 강의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266055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4720046" y="1555082"/>
            <a:ext cx="204651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4418346" y="16122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6502875" y="20968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330777" y="2071669"/>
            <a:ext cx="6435784" cy="20628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182967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75C27D-F0D4-42D8-8E46-8C799869F33E}"/>
              </a:ext>
            </a:extLst>
          </p:cNvPr>
          <p:cNvSpPr/>
          <p:nvPr/>
        </p:nvSpPr>
        <p:spPr>
          <a:xfrm>
            <a:off x="3010737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36687C1-7A94-4B49-8F4A-B2C884BEA469}"/>
              </a:ext>
            </a:extLst>
          </p:cNvPr>
          <p:cNvSpPr/>
          <p:nvPr/>
        </p:nvSpPr>
        <p:spPr>
          <a:xfrm>
            <a:off x="2684693" y="440931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D023583D-7A21-4D8A-A2BA-82220D80AD18}"/>
              </a:ext>
            </a:extLst>
          </p:cNvPr>
          <p:cNvSpPr/>
          <p:nvPr/>
        </p:nvSpPr>
        <p:spPr>
          <a:xfrm>
            <a:off x="3928799" y="441610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B51324F-18DC-4222-AC76-62C455612C09}"/>
              </a:ext>
            </a:extLst>
          </p:cNvPr>
          <p:cNvSpPr/>
          <p:nvPr/>
        </p:nvSpPr>
        <p:spPr>
          <a:xfrm>
            <a:off x="3306746" y="4416104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3CFA183-F553-42BF-80EF-AE4489A3A81B}"/>
              </a:ext>
            </a:extLst>
          </p:cNvPr>
          <p:cNvSpPr/>
          <p:nvPr/>
        </p:nvSpPr>
        <p:spPr>
          <a:xfrm>
            <a:off x="3470711" y="455366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4824A410-6786-4B59-8AE1-142F8877FD0E}"/>
              </a:ext>
            </a:extLst>
          </p:cNvPr>
          <p:cNvSpPr/>
          <p:nvPr/>
        </p:nvSpPr>
        <p:spPr>
          <a:xfrm>
            <a:off x="4259398" y="44161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196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8</a:t>
            </a:r>
            <a:endParaRPr lang="ko-KR" altLang="en-US" dirty="0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599109EF-9C93-4FDE-9B8D-056BBBB649D5}"/>
              </a:ext>
            </a:extLst>
          </p:cNvPr>
          <p:cNvSpPr/>
          <p:nvPr/>
        </p:nvSpPr>
        <p:spPr>
          <a:xfrm>
            <a:off x="1911415" y="2199159"/>
            <a:ext cx="196433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168FB8B-A935-46E0-81B6-9B8A2F6A9F7A}"/>
              </a:ext>
            </a:extLst>
          </p:cNvPr>
          <p:cNvSpPr/>
          <p:nvPr/>
        </p:nvSpPr>
        <p:spPr>
          <a:xfrm>
            <a:off x="499407" y="2204019"/>
            <a:ext cx="1315436" cy="17670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1272E21F-1A2C-4687-B0F0-5BA4F6866E08}"/>
              </a:ext>
            </a:extLst>
          </p:cNvPr>
          <p:cNvSpPr/>
          <p:nvPr/>
        </p:nvSpPr>
        <p:spPr>
          <a:xfrm>
            <a:off x="1544435" y="22332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A847782C-5039-492F-A871-87B54AAAC074}"/>
              </a:ext>
            </a:extLst>
          </p:cNvPr>
          <p:cNvSpPr/>
          <p:nvPr/>
        </p:nvSpPr>
        <p:spPr>
          <a:xfrm>
            <a:off x="3593189" y="219747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380651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81CE6FA7-064D-4530-815A-6A10EC3F08C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34" b="22676"/>
          <a:stretch/>
        </p:blipFill>
        <p:spPr>
          <a:xfrm>
            <a:off x="0" y="793154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2217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17221"/>
              </p:ext>
            </p:extLst>
          </p:nvPr>
        </p:nvGraphicFramePr>
        <p:xfrm>
          <a:off x="7292972" y="793154"/>
          <a:ext cx="4899028" cy="323310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비회원에게는 보이지 않음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스트리밍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다운로드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해당 강의 동영상 다운로드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4252639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42661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5901474" y="16804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5906537" y="1952574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6363744" y="1948216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6363744" y="166537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372436E1-1EE8-467D-B313-65AB46CB5A5E}"/>
              </a:ext>
            </a:extLst>
          </p:cNvPr>
          <p:cNvSpPr/>
          <p:nvPr/>
        </p:nvSpPr>
        <p:spPr>
          <a:xfrm>
            <a:off x="5875346" y="33873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384CDF3-142B-46A3-AAD8-21BD78654378}"/>
              </a:ext>
            </a:extLst>
          </p:cNvPr>
          <p:cNvSpPr/>
          <p:nvPr/>
        </p:nvSpPr>
        <p:spPr>
          <a:xfrm>
            <a:off x="5880409" y="3659455"/>
            <a:ext cx="36063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DA4B5129-D065-4D54-86A5-77AAD6D8A63D}"/>
              </a:ext>
            </a:extLst>
          </p:cNvPr>
          <p:cNvSpPr/>
          <p:nvPr/>
        </p:nvSpPr>
        <p:spPr>
          <a:xfrm>
            <a:off x="6337616" y="3655097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116DFF3F-F7CA-4EB0-9B80-3F95D9F35BE0}"/>
              </a:ext>
            </a:extLst>
          </p:cNvPr>
          <p:cNvSpPr/>
          <p:nvPr/>
        </p:nvSpPr>
        <p:spPr>
          <a:xfrm>
            <a:off x="6337616" y="337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002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E329A90E-2BEF-4D8D-8372-C043FBF909B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444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2132321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381922"/>
              </p:ext>
            </p:extLst>
          </p:nvPr>
        </p:nvGraphicFramePr>
        <p:xfrm>
          <a:off x="7292972" y="793154"/>
          <a:ext cx="4899028" cy="4210371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질문 제목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질문답변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53668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</a:rPr>
                        <a:t>글쓰기</a:t>
                      </a:r>
                      <a:endParaRPr lang="en-US" altLang="ko-KR" sz="1100" b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8832648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8B21510-1FA8-4448-B991-7D8A2F830C93}"/>
              </a:ext>
            </a:extLst>
          </p:cNvPr>
          <p:cNvSpPr/>
          <p:nvPr/>
        </p:nvSpPr>
        <p:spPr>
          <a:xfrm>
            <a:off x="6183084" y="3791086"/>
            <a:ext cx="661852" cy="2951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타원 40">
            <a:extLst>
              <a:ext uri="{FF2B5EF4-FFF2-40B4-BE49-F238E27FC236}">
                <a16:creationId xmlns:a16="http://schemas.microsoft.com/office/drawing/2014/main" id="{822E3ED0-666F-47BC-B734-21AFCBCBE899}"/>
              </a:ext>
            </a:extLst>
          </p:cNvPr>
          <p:cNvSpPr/>
          <p:nvPr/>
        </p:nvSpPr>
        <p:spPr>
          <a:xfrm>
            <a:off x="5881428" y="380458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9DB2B332-41C0-40A1-95C6-FB48553A8AB2}"/>
              </a:ext>
            </a:extLst>
          </p:cNvPr>
          <p:cNvSpPr/>
          <p:nvPr/>
        </p:nvSpPr>
        <p:spPr>
          <a:xfrm>
            <a:off x="4448999" y="161438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2CC1F0E-99F4-4514-A177-62A126C72A09}"/>
              </a:ext>
            </a:extLst>
          </p:cNvPr>
          <p:cNvSpPr/>
          <p:nvPr/>
        </p:nvSpPr>
        <p:spPr>
          <a:xfrm>
            <a:off x="4765711" y="1541217"/>
            <a:ext cx="1914745" cy="40131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24E5BED-E302-4D89-8C10-EC620C4D38AD}"/>
              </a:ext>
            </a:extLst>
          </p:cNvPr>
          <p:cNvSpPr/>
          <p:nvPr/>
        </p:nvSpPr>
        <p:spPr>
          <a:xfrm>
            <a:off x="1037302" y="2111432"/>
            <a:ext cx="1244344" cy="15436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34FF0F09-E64C-4875-9E85-C592AE3367FF}"/>
              </a:ext>
            </a:extLst>
          </p:cNvPr>
          <p:cNvSpPr/>
          <p:nvPr/>
        </p:nvSpPr>
        <p:spPr>
          <a:xfrm>
            <a:off x="703178" y="21027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5C46DEFF-71AE-431A-A887-6D4D53CF62CE}"/>
              </a:ext>
            </a:extLst>
          </p:cNvPr>
          <p:cNvSpPr/>
          <p:nvPr/>
        </p:nvSpPr>
        <p:spPr>
          <a:xfrm>
            <a:off x="3010737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59FBBF-6229-4F19-9B35-C695D88EE86C}"/>
              </a:ext>
            </a:extLst>
          </p:cNvPr>
          <p:cNvSpPr/>
          <p:nvPr/>
        </p:nvSpPr>
        <p:spPr>
          <a:xfrm>
            <a:off x="2684693" y="405225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4B392B8-5962-421A-8F4F-86789A63B847}"/>
              </a:ext>
            </a:extLst>
          </p:cNvPr>
          <p:cNvSpPr/>
          <p:nvPr/>
        </p:nvSpPr>
        <p:spPr>
          <a:xfrm>
            <a:off x="3928799" y="4059043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F6C90C1B-C77C-4BEC-879F-AE1E1E0F86C0}"/>
              </a:ext>
            </a:extLst>
          </p:cNvPr>
          <p:cNvSpPr/>
          <p:nvPr/>
        </p:nvSpPr>
        <p:spPr>
          <a:xfrm>
            <a:off x="3306746" y="4059043"/>
            <a:ext cx="569007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08C9B37E-0189-44FA-BC2C-7A2CC86FB65E}"/>
              </a:ext>
            </a:extLst>
          </p:cNvPr>
          <p:cNvSpPr/>
          <p:nvPr/>
        </p:nvSpPr>
        <p:spPr>
          <a:xfrm>
            <a:off x="275300" y="1941618"/>
            <a:ext cx="6569636" cy="184946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30868987-8292-42B7-A960-C00EF23CF9DF}"/>
              </a:ext>
            </a:extLst>
          </p:cNvPr>
          <p:cNvSpPr/>
          <p:nvPr/>
        </p:nvSpPr>
        <p:spPr>
          <a:xfrm>
            <a:off x="4259398" y="405904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3C06898D-E046-435D-B91A-305ABDF34EBE}"/>
              </a:ext>
            </a:extLst>
          </p:cNvPr>
          <p:cNvSpPr/>
          <p:nvPr/>
        </p:nvSpPr>
        <p:spPr>
          <a:xfrm>
            <a:off x="298229" y="166294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2A202E9F-4A78-4831-BEF7-66766A0677C4}"/>
              </a:ext>
            </a:extLst>
          </p:cNvPr>
          <p:cNvSpPr/>
          <p:nvPr/>
        </p:nvSpPr>
        <p:spPr>
          <a:xfrm>
            <a:off x="3470711" y="37350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4092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B4205196-8C6B-4C03-A2E7-939CD23E475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3" b="16350"/>
          <a:stretch/>
        </p:blipFill>
        <p:spPr>
          <a:xfrm>
            <a:off x="0" y="793155"/>
            <a:ext cx="7196400" cy="4012504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3743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ans_cnt.html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상세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680833"/>
              </p:ext>
            </p:extLst>
          </p:nvPr>
        </p:nvGraphicFramePr>
        <p:xfrm>
          <a:off x="7292972" y="793154"/>
          <a:ext cx="4899028" cy="232537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목록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질문답변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답글 작성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수정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삭제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alert(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팝업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8CEAA6E8-7E66-4DBE-8F1F-0B9AB84CCFA0}"/>
              </a:ext>
            </a:extLst>
          </p:cNvPr>
          <p:cNvSpPr/>
          <p:nvPr/>
        </p:nvSpPr>
        <p:spPr>
          <a:xfrm>
            <a:off x="5117703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01EDC33-BC97-4EF0-84B4-1F876907167F}"/>
              </a:ext>
            </a:extLst>
          </p:cNvPr>
          <p:cNvSpPr/>
          <p:nvPr/>
        </p:nvSpPr>
        <p:spPr>
          <a:xfrm>
            <a:off x="5122766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B97C14D-625D-4361-B0FF-D7822A4FEA86}"/>
              </a:ext>
            </a:extLst>
          </p:cNvPr>
          <p:cNvSpPr/>
          <p:nvPr/>
        </p:nvSpPr>
        <p:spPr>
          <a:xfrm>
            <a:off x="5579973" y="3820559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7DB6A709-B350-463B-A6C4-63EE3C9ACC16}"/>
              </a:ext>
            </a:extLst>
          </p:cNvPr>
          <p:cNvSpPr/>
          <p:nvPr/>
        </p:nvSpPr>
        <p:spPr>
          <a:xfrm>
            <a:off x="5579973" y="3546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9CA0C7DD-2753-458A-BB45-5DEF0476735B}"/>
              </a:ext>
            </a:extLst>
          </p:cNvPr>
          <p:cNvSpPr/>
          <p:nvPr/>
        </p:nvSpPr>
        <p:spPr>
          <a:xfrm>
            <a:off x="6037180" y="355280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633886F8-3F97-4C26-A6DE-3396146C35D0}"/>
              </a:ext>
            </a:extLst>
          </p:cNvPr>
          <p:cNvSpPr/>
          <p:nvPr/>
        </p:nvSpPr>
        <p:spPr>
          <a:xfrm>
            <a:off x="6042243" y="3824917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6063307" y="1755960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6068370" y="2028073"/>
            <a:ext cx="39847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29233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8" r="73498" b="16699"/>
          <a:stretch/>
        </p:blipFill>
        <p:spPr>
          <a:xfrm>
            <a:off x="0" y="793154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5147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ad_side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3399122"/>
              </p:ext>
            </p:extLst>
          </p:nvPr>
        </p:nvGraphicFramePr>
        <p:xfrm>
          <a:off x="7292972" y="793154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회원관리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918091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471754FF-065F-4247-877D-7D33A821D5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49" t="16508" b="1669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9179830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PS-front-admin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admin.html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관리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회원관리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0231726"/>
              </p:ext>
            </p:extLst>
          </p:nvPr>
        </p:nvGraphicFramePr>
        <p:xfrm>
          <a:off x="7292972" y="793154"/>
          <a:ext cx="4899028" cy="3512188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범위 지정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리스트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당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앞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현재 위치한 페이지 표시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 버튼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뒷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34" name="타원 33">
            <a:extLst>
              <a:ext uri="{FF2B5EF4-FFF2-40B4-BE49-F238E27FC236}">
                <a16:creationId xmlns:a16="http://schemas.microsoft.com/office/drawing/2014/main" id="{B33138C6-F6B5-4AAE-971A-B3760BC0DD04}"/>
              </a:ext>
            </a:extLst>
          </p:cNvPr>
          <p:cNvSpPr/>
          <p:nvPr/>
        </p:nvSpPr>
        <p:spPr>
          <a:xfrm>
            <a:off x="176307" y="14076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E580B059-F7F6-46DD-A2BA-5BD32DFC381A}"/>
              </a:ext>
            </a:extLst>
          </p:cNvPr>
          <p:cNvSpPr/>
          <p:nvPr/>
        </p:nvSpPr>
        <p:spPr>
          <a:xfrm>
            <a:off x="137811" y="1723270"/>
            <a:ext cx="1281685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644CA41A-B8CC-4AFC-B8A0-A9D149A5754D}"/>
              </a:ext>
            </a:extLst>
          </p:cNvPr>
          <p:cNvSpPr/>
          <p:nvPr/>
        </p:nvSpPr>
        <p:spPr>
          <a:xfrm>
            <a:off x="1591455" y="1403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961F1100-E6EA-47F1-A5D6-90CB17F38CD7}"/>
              </a:ext>
            </a:extLst>
          </p:cNvPr>
          <p:cNvSpPr/>
          <p:nvPr/>
        </p:nvSpPr>
        <p:spPr>
          <a:xfrm>
            <a:off x="1552959" y="1718916"/>
            <a:ext cx="1852092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45FED3EB-2556-4BF1-9715-46C4E5B0C460}"/>
              </a:ext>
            </a:extLst>
          </p:cNvPr>
          <p:cNvSpPr/>
          <p:nvPr/>
        </p:nvSpPr>
        <p:spPr>
          <a:xfrm>
            <a:off x="2801731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F221BC1D-26C2-4BFE-8C19-3D885E877B6C}"/>
              </a:ext>
            </a:extLst>
          </p:cNvPr>
          <p:cNvSpPr/>
          <p:nvPr/>
        </p:nvSpPr>
        <p:spPr>
          <a:xfrm>
            <a:off x="2475687" y="39912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F3FFEFC5-8AE6-4256-A172-2FE9603014F4}"/>
              </a:ext>
            </a:extLst>
          </p:cNvPr>
          <p:cNvSpPr/>
          <p:nvPr/>
        </p:nvSpPr>
        <p:spPr>
          <a:xfrm>
            <a:off x="3841713" y="3998084"/>
            <a:ext cx="254977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9244E7A-9E16-49C2-960E-E4A7A5C1A6EC}"/>
              </a:ext>
            </a:extLst>
          </p:cNvPr>
          <p:cNvSpPr/>
          <p:nvPr/>
        </p:nvSpPr>
        <p:spPr>
          <a:xfrm>
            <a:off x="3115158" y="3998084"/>
            <a:ext cx="668351" cy="25169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2574529E-1374-49F4-A441-BF764BF06D12}"/>
              </a:ext>
            </a:extLst>
          </p:cNvPr>
          <p:cNvSpPr/>
          <p:nvPr/>
        </p:nvSpPr>
        <p:spPr>
          <a:xfrm>
            <a:off x="4172312" y="39980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4C50CDE2-392D-422F-8C72-4F75D7AB66FD}"/>
              </a:ext>
            </a:extLst>
          </p:cNvPr>
          <p:cNvSpPr/>
          <p:nvPr/>
        </p:nvSpPr>
        <p:spPr>
          <a:xfrm>
            <a:off x="3321844" y="36916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137811" y="2028984"/>
            <a:ext cx="6569636" cy="16111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176307" y="2082806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656059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F1A853E0-18D1-4286-8C86-0DFB529BDDC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465" r="73527" b="16445"/>
          <a:stretch/>
        </p:blipFill>
        <p:spPr>
          <a:xfrm>
            <a:off x="0" y="784445"/>
            <a:ext cx="1907175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42FD02FD-71EA-49AF-B419-868A334173BB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78243AA5-06FE-4887-A2EE-42D9AF2243C0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E706A2F1-B0C8-41C2-8EC5-19610D83D356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18" name="직선 연결선 17">
                <a:extLst>
                  <a:ext uri="{FF2B5EF4-FFF2-40B4-BE49-F238E27FC236}">
                    <a16:creationId xmlns:a16="http://schemas.microsoft.com/office/drawing/2014/main" id="{5CDA3CF1-291E-4CC8-9538-73F0B9175D92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직선 연결선 18">
                <a:extLst>
                  <a:ext uri="{FF2B5EF4-FFF2-40B4-BE49-F238E27FC236}">
                    <a16:creationId xmlns:a16="http://schemas.microsoft.com/office/drawing/2014/main" id="{9AEE8C97-B562-4619-AFF4-FA990C5AC8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49120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</a:t>
                      </a:r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us_side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 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공통영역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(side)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359839"/>
              </p:ext>
            </p:extLst>
          </p:nvPr>
        </p:nvGraphicFramePr>
        <p:xfrm>
          <a:off x="7292972" y="793154"/>
          <a:ext cx="4899028" cy="13481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회원정보변경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회원탈퇴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366523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BF071B20-3057-49BF-B415-3A32107A8A22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FD197F2-8D39-4E05-A98F-9BFE9FC07553}"/>
              </a:ext>
            </a:extLst>
          </p:cNvPr>
          <p:cNvSpPr/>
          <p:nvPr/>
        </p:nvSpPr>
        <p:spPr>
          <a:xfrm>
            <a:off x="487409" y="1645920"/>
            <a:ext cx="1282723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F78844F4-245F-41D4-B119-3FA1BA9511FF}"/>
              </a:ext>
            </a:extLst>
          </p:cNvPr>
          <p:cNvSpPr/>
          <p:nvPr/>
        </p:nvSpPr>
        <p:spPr>
          <a:xfrm>
            <a:off x="182775" y="157081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88136158-8344-4523-8805-9F91BAC58B9E}"/>
              </a:ext>
            </a:extLst>
          </p:cNvPr>
          <p:cNvSpPr/>
          <p:nvPr/>
        </p:nvSpPr>
        <p:spPr>
          <a:xfrm>
            <a:off x="487409" y="1859848"/>
            <a:ext cx="1282724" cy="1711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EED1402-1FBA-4300-9F52-D1B7E3B22B9E}"/>
              </a:ext>
            </a:extLst>
          </p:cNvPr>
          <p:cNvSpPr/>
          <p:nvPr/>
        </p:nvSpPr>
        <p:spPr>
          <a:xfrm>
            <a:off x="174065" y="184342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05689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02AB5678-37D2-4557-8349-652F53E90E7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878" t="16635" b="15809"/>
          <a:stretch/>
        </p:blipFill>
        <p:spPr>
          <a:xfrm>
            <a:off x="0" y="793154"/>
            <a:ext cx="7196399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504745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PS-front-alt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alt_user.html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회원정보변경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2862437"/>
              </p:ext>
            </p:extLst>
          </p:nvPr>
        </p:nvGraphicFramePr>
        <p:xfrm>
          <a:off x="7292972" y="793154"/>
          <a:ext cx="4899028" cy="327660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아이디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이메일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이메일 변경 가능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 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중복 체크 기능 버튼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4306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정보 변경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페이지가 새로 고침 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90660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4B3B36E9-A48A-4825-BB46-C5B926E1CBBC}"/>
              </a:ext>
            </a:extLst>
          </p:cNvPr>
          <p:cNvSpPr/>
          <p:nvPr/>
        </p:nvSpPr>
        <p:spPr>
          <a:xfrm>
            <a:off x="106021" y="1893236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3081F901-CB5D-46C9-83D1-6D393F823EEE}"/>
              </a:ext>
            </a:extLst>
          </p:cNvPr>
          <p:cNvSpPr/>
          <p:nvPr/>
        </p:nvSpPr>
        <p:spPr>
          <a:xfrm>
            <a:off x="101667" y="2276514"/>
            <a:ext cx="4419063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D545C8CB-EE59-4955-9DAC-7FA43EAD0018}"/>
              </a:ext>
            </a:extLst>
          </p:cNvPr>
          <p:cNvSpPr/>
          <p:nvPr/>
        </p:nvSpPr>
        <p:spPr>
          <a:xfrm>
            <a:off x="4525084" y="2275632"/>
            <a:ext cx="1024408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260812F-0697-4801-90C1-888298B482EF}"/>
              </a:ext>
            </a:extLst>
          </p:cNvPr>
          <p:cNvSpPr/>
          <p:nvPr/>
        </p:nvSpPr>
        <p:spPr>
          <a:xfrm>
            <a:off x="101666" y="2655232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138C7D88-F3A4-436C-A1FC-06638A795A2A}"/>
              </a:ext>
            </a:extLst>
          </p:cNvPr>
          <p:cNvSpPr/>
          <p:nvPr/>
        </p:nvSpPr>
        <p:spPr>
          <a:xfrm>
            <a:off x="106021" y="3068895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221EE07B-04F1-46A3-8497-D4FA1799658C}"/>
              </a:ext>
            </a:extLst>
          </p:cNvPr>
          <p:cNvSpPr/>
          <p:nvPr/>
        </p:nvSpPr>
        <p:spPr>
          <a:xfrm>
            <a:off x="4213277" y="193304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B22CECCF-3D1A-4E27-B9EB-66F81F4B33CA}"/>
              </a:ext>
            </a:extLst>
          </p:cNvPr>
          <p:cNvSpPr/>
          <p:nvPr/>
        </p:nvSpPr>
        <p:spPr>
          <a:xfrm>
            <a:off x="4213277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82DB6CF6-48E3-4D8A-94BB-6CDA21EE4FA5}"/>
              </a:ext>
            </a:extLst>
          </p:cNvPr>
          <p:cNvSpPr/>
          <p:nvPr/>
        </p:nvSpPr>
        <p:spPr>
          <a:xfrm>
            <a:off x="5646064" y="23177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0E258419-CB75-41BD-B3C0-1C7E3B2D9580}"/>
              </a:ext>
            </a:extLst>
          </p:cNvPr>
          <p:cNvSpPr/>
          <p:nvPr/>
        </p:nvSpPr>
        <p:spPr>
          <a:xfrm>
            <a:off x="5215313" y="272625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1A5B5D7A-E486-4596-BED1-E6A69B5DCF32}"/>
              </a:ext>
            </a:extLst>
          </p:cNvPr>
          <p:cNvSpPr/>
          <p:nvPr/>
        </p:nvSpPr>
        <p:spPr>
          <a:xfrm>
            <a:off x="5215313" y="313472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BD483FB-42AD-430A-8936-0DA8857540A8}"/>
              </a:ext>
            </a:extLst>
          </p:cNvPr>
          <p:cNvSpPr/>
          <p:nvPr/>
        </p:nvSpPr>
        <p:spPr>
          <a:xfrm>
            <a:off x="966649" y="3742909"/>
            <a:ext cx="2090060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A258B0A-4E11-421F-8516-60A3BCB646AE}"/>
              </a:ext>
            </a:extLst>
          </p:cNvPr>
          <p:cNvSpPr/>
          <p:nvPr/>
        </p:nvSpPr>
        <p:spPr>
          <a:xfrm>
            <a:off x="613781" y="378134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27</a:t>
            </a:fld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51A9B61-B40C-48B4-ACF9-D0FC308920BC}"/>
              </a:ext>
            </a:extLst>
          </p:cNvPr>
          <p:cNvSpPr txBox="1"/>
          <p:nvPr/>
        </p:nvSpPr>
        <p:spPr>
          <a:xfrm>
            <a:off x="1506582" y="1149195"/>
            <a:ext cx="3478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dirty="0">
                <a:solidFill>
                  <a:srgbClr val="FF0000"/>
                </a:solidFill>
              </a:rPr>
              <a:t>디자인 변경</a:t>
            </a:r>
          </a:p>
        </p:txBody>
      </p:sp>
    </p:spTree>
    <p:extLst>
      <p:ext uri="{BB962C8B-B14F-4D97-AF65-F5344CB8AC3E}">
        <p14:creationId xmlns:p14="http://schemas.microsoft.com/office/powerpoint/2010/main" val="3347890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스크린샷이(가) 표시된 사진&#10;&#10;자동 생성된 설명">
            <a:extLst>
              <a:ext uri="{FF2B5EF4-FFF2-40B4-BE49-F238E27FC236}">
                <a16:creationId xmlns:a16="http://schemas.microsoft.com/office/drawing/2014/main" id="{DD4A4FE8-C469-46B1-B25E-009DCBCCC18D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706" t="16762" b="16952"/>
          <a:stretch/>
        </p:blipFill>
        <p:spPr>
          <a:xfrm>
            <a:off x="0" y="793154"/>
            <a:ext cx="7196398" cy="4012505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65511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PS-front-del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del_user.html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마이페이지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회원탈퇴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1577709"/>
              </p:ext>
            </p:extLst>
          </p:nvPr>
        </p:nvGraphicFramePr>
        <p:xfrm>
          <a:off x="7292972" y="793154"/>
          <a:ext cx="4899028" cy="160115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탈퇴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회원 탈퇴가 완료됨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21" name="직사각형 20">
            <a:extLst>
              <a:ext uri="{FF2B5EF4-FFF2-40B4-BE49-F238E27FC236}">
                <a16:creationId xmlns:a16="http://schemas.microsoft.com/office/drawing/2014/main" id="{56231AF8-85BE-4287-912C-3298939B2513}"/>
              </a:ext>
            </a:extLst>
          </p:cNvPr>
          <p:cNvSpPr/>
          <p:nvPr/>
        </p:nvSpPr>
        <p:spPr>
          <a:xfrm>
            <a:off x="975359" y="2987041"/>
            <a:ext cx="2159727" cy="3657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63A6CF82-ECC8-4B7A-BC24-0AB665030E3F}"/>
              </a:ext>
            </a:extLst>
          </p:cNvPr>
          <p:cNvSpPr/>
          <p:nvPr/>
        </p:nvSpPr>
        <p:spPr>
          <a:xfrm>
            <a:off x="670266" y="3058858"/>
            <a:ext cx="254977" cy="222125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5399DFD-0613-4358-AEC7-7481E51EC7A9}"/>
              </a:ext>
            </a:extLst>
          </p:cNvPr>
          <p:cNvSpPr/>
          <p:nvPr/>
        </p:nvSpPr>
        <p:spPr>
          <a:xfrm>
            <a:off x="258420" y="1895481"/>
            <a:ext cx="5447826" cy="3788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382D79-923F-4260-8065-2E0C630AA221}"/>
              </a:ext>
            </a:extLst>
          </p:cNvPr>
          <p:cNvSpPr/>
          <p:nvPr/>
        </p:nvSpPr>
        <p:spPr>
          <a:xfrm>
            <a:off x="262775" y="2309144"/>
            <a:ext cx="5443471" cy="34476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44D4A53E-AF4F-46EC-BE5D-B2625147273E}"/>
              </a:ext>
            </a:extLst>
          </p:cNvPr>
          <p:cNvSpPr/>
          <p:nvPr/>
        </p:nvSpPr>
        <p:spPr>
          <a:xfrm>
            <a:off x="5372067" y="196650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94A9B4C0-35FF-4AD5-9701-D184F9F7807F}"/>
              </a:ext>
            </a:extLst>
          </p:cNvPr>
          <p:cNvSpPr/>
          <p:nvPr/>
        </p:nvSpPr>
        <p:spPr>
          <a:xfrm>
            <a:off x="5372067" y="237497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28</a:t>
            </a:fld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6DDC96-A3B5-47F4-86AB-5B091E9516CA}"/>
              </a:ext>
            </a:extLst>
          </p:cNvPr>
          <p:cNvSpPr txBox="1"/>
          <p:nvPr/>
        </p:nvSpPr>
        <p:spPr>
          <a:xfrm>
            <a:off x="1506582" y="1149195"/>
            <a:ext cx="347883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dirty="0">
                <a:solidFill>
                  <a:srgbClr val="FF0000"/>
                </a:solidFill>
              </a:rPr>
              <a:t>디자인 변경</a:t>
            </a:r>
          </a:p>
        </p:txBody>
      </p:sp>
    </p:spTree>
    <p:extLst>
      <p:ext uri="{BB962C8B-B14F-4D97-AF65-F5344CB8AC3E}">
        <p14:creationId xmlns:p14="http://schemas.microsoft.com/office/powerpoint/2010/main" val="29311385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2244</TotalTime>
  <Words>2128</Words>
  <Application>Microsoft Office PowerPoint</Application>
  <PresentationFormat>와이드스크린</PresentationFormat>
  <Paragraphs>799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1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387</cp:revision>
  <dcterms:created xsi:type="dcterms:W3CDTF">2020-05-04T01:46:29Z</dcterms:created>
  <dcterms:modified xsi:type="dcterms:W3CDTF">2020-06-25T09:10:42Z</dcterms:modified>
</cp:coreProperties>
</file>