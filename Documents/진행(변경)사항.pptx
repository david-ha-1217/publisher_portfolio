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02" r:id="rId2"/>
    <p:sldId id="274" r:id="rId3"/>
    <p:sldId id="275" r:id="rId4"/>
    <p:sldId id="276" r:id="rId5"/>
    <p:sldId id="277" r:id="rId6"/>
    <p:sldId id="278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9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594E843-734E-469C-842B-FB89E5959D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A79E38-2C00-4328-94C6-808D7FCD60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23BA1-D08D-4CFF-8BED-DE6561336F37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4C033F-C87B-4496-BD1A-686CAED450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C6C8AA-442A-460C-BE21-90BE2D982D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54DE0-3F99-4432-AB46-3393E6FB9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A61BD-85B6-4952-8352-7323239EDB97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32DDA-6556-4D29-A2FC-977086473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54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DFFD3-801A-4847-B53A-318024766E7A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3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91E2-ECE0-4D07-828D-29F315F2D907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fld id="{02EF6E86-0A7D-4D23-AA58-1E95C8FAA37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81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2325-49F0-4E3D-9B08-AB660A47CDF8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0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567-482D-4970-8B1A-5FAA055738AD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2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9EFD5-6088-4BB5-870B-3F943230C4B4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31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05EB-9B2E-4473-AFCE-FD092AFBD67B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89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3E8C-CC10-45BF-AE7D-DD01FE085E28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36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E42D-FBBF-4923-A17E-46ED50D13173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9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9A67-6DEF-481C-ACB6-8D12FE4D3D7C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9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2116-8185-4A7F-B65F-474B3CD43486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96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5F05F-878A-495F-B5E6-DE178A736818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3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469E4-2485-4EA2-B06B-70AADD13A738}" type="datetime1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66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CC5E064-25D9-4B3D-995E-AD4660D5EFB9}"/>
              </a:ext>
            </a:extLst>
          </p:cNvPr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26928-816F-471D-9F49-195222CCDCA0}"/>
              </a:ext>
            </a:extLst>
          </p:cNvPr>
          <p:cNvSpPr txBox="1"/>
          <p:nvPr/>
        </p:nvSpPr>
        <p:spPr>
          <a:xfrm>
            <a:off x="1227993" y="1318846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/>
              <a:t>Taemin’s</a:t>
            </a:r>
            <a:r>
              <a:rPr lang="en-US" altLang="ko-KR" sz="4000" b="1" dirty="0"/>
              <a:t> Portfolio</a:t>
            </a:r>
            <a:endParaRPr lang="ko-KR" altLang="en-US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7F95D5-1F46-4500-AF24-423BA1BB4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254378"/>
              </p:ext>
            </p:extLst>
          </p:nvPr>
        </p:nvGraphicFramePr>
        <p:xfrm>
          <a:off x="325319" y="5527236"/>
          <a:ext cx="1155016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541">
                  <a:extLst>
                    <a:ext uri="{9D8B030D-6E8A-4147-A177-3AD203B41FA5}">
                      <a16:colId xmlns:a16="http://schemas.microsoft.com/office/drawing/2014/main" val="2952067407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4019793381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144326858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3945122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Document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Document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Version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Last Updated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4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화면설계서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2020-05-16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139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69CCF0-2A75-4DFD-BF76-5872E2BAD5B2}"/>
              </a:ext>
            </a:extLst>
          </p:cNvPr>
          <p:cNvSpPr txBox="1"/>
          <p:nvPr/>
        </p:nvSpPr>
        <p:spPr>
          <a:xfrm>
            <a:off x="7850427" y="538451"/>
            <a:ext cx="4341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Publisher Website Project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5771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Contents</a:t>
            </a:r>
            <a:endParaRPr lang="ko-KR" altLang="en-US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</a:t>
            </a:fld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7395802" y="2234998"/>
            <a:ext cx="3867554" cy="3046937"/>
            <a:chOff x="2228362" y="1730143"/>
            <a:chExt cx="3867554" cy="3046937"/>
          </a:xfrm>
        </p:grpSpPr>
        <p:sp>
          <p:nvSpPr>
            <p:cNvPr id="7" name="직사각형 6"/>
            <p:cNvSpPr/>
            <p:nvPr/>
          </p:nvSpPr>
          <p:spPr>
            <a:xfrm>
              <a:off x="3058932" y="1730143"/>
              <a:ext cx="3036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b="1" dirty="0"/>
                <a:t>기획의도     </a:t>
              </a:r>
              <a:r>
                <a:rPr lang="en-US" altLang="ko-KR" sz="1600" b="1" dirty="0"/>
                <a:t>              3 Page</a:t>
              </a:r>
              <a:endParaRPr lang="ko-KR" altLang="en-US" sz="1600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28362" y="1736069"/>
              <a:ext cx="8135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i="1" dirty="0">
                  <a:cs typeface="Aharoni" panose="02010803020104030203" pitchFamily="2" charset="-79"/>
                </a:rPr>
                <a:t>01</a:t>
              </a:r>
              <a:endParaRPr lang="ko-KR" altLang="en-US" sz="3600" b="1" i="1" dirty="0">
                <a:cs typeface="Aharoni" panose="02010803020104030203" pitchFamily="2" charset="-79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058932" y="4124823"/>
              <a:ext cx="3036984" cy="4140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b="1" dirty="0"/>
                <a:t>화면 설계                  </a:t>
              </a:r>
              <a:r>
                <a:rPr lang="en-US" altLang="ko-KR" sz="1600" b="1" dirty="0"/>
                <a:t>6 Page</a:t>
              </a:r>
              <a:endParaRPr lang="ko-KR" altLang="en-US" sz="16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28362" y="4130749"/>
              <a:ext cx="8135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i="1" dirty="0">
                  <a:cs typeface="Aharoni" panose="02010803020104030203" pitchFamily="2" charset="-79"/>
                </a:rPr>
                <a:t>03</a:t>
              </a:r>
              <a:endParaRPr lang="ko-KR" altLang="en-US" sz="3600" b="1" i="1" dirty="0">
                <a:cs typeface="Aharoni" panose="02010803020104030203" pitchFamily="2" charset="-79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8932" y="2930446"/>
              <a:ext cx="3036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/>
                <a:t>Document History     4 Page</a:t>
              </a:r>
              <a:endParaRPr lang="ko-KR" altLang="en-US" sz="16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28362" y="2936372"/>
              <a:ext cx="8135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i="1" dirty="0">
                  <a:cs typeface="Aharoni" panose="02010803020104030203" pitchFamily="2" charset="-79"/>
                </a:rPr>
                <a:t>02</a:t>
              </a:r>
              <a:endParaRPr lang="ko-KR" altLang="en-US" sz="3600" b="1" i="1" dirty="0"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20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기획의도</a:t>
            </a:r>
            <a:endParaRPr lang="ko-KR" altLang="en-US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881554" y="1542538"/>
            <a:ext cx="3036984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7993" y="1433342"/>
            <a:ext cx="653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i="1" dirty="0">
                <a:cs typeface="Aharoni" panose="02010803020104030203" pitchFamily="2" charset="-79"/>
              </a:rPr>
              <a:t>01</a:t>
            </a:r>
            <a:endParaRPr lang="ko-KR" altLang="en-US" sz="2800" b="1" i="1" dirty="0"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786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Document History</a:t>
            </a:r>
            <a:endParaRPr lang="ko-KR" altLang="en-US" sz="40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482419"/>
              </p:ext>
            </p:extLst>
          </p:nvPr>
        </p:nvGraphicFramePr>
        <p:xfrm>
          <a:off x="219403" y="1485899"/>
          <a:ext cx="118846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395">
                  <a:extLst>
                    <a:ext uri="{9D8B030D-6E8A-4147-A177-3AD203B41FA5}">
                      <a16:colId xmlns:a16="http://schemas.microsoft.com/office/drawing/2014/main" val="2796983598"/>
                    </a:ext>
                  </a:extLst>
                </a:gridCol>
                <a:gridCol w="2018395">
                  <a:extLst>
                    <a:ext uri="{9D8B030D-6E8A-4147-A177-3AD203B41FA5}">
                      <a16:colId xmlns:a16="http://schemas.microsoft.com/office/drawing/2014/main" val="2737301553"/>
                    </a:ext>
                  </a:extLst>
                </a:gridCol>
                <a:gridCol w="1645569">
                  <a:extLst>
                    <a:ext uri="{9D8B030D-6E8A-4147-A177-3AD203B41FA5}">
                      <a16:colId xmlns:a16="http://schemas.microsoft.com/office/drawing/2014/main" val="1146555182"/>
                    </a:ext>
                  </a:extLst>
                </a:gridCol>
                <a:gridCol w="3119728">
                  <a:extLst>
                    <a:ext uri="{9D8B030D-6E8A-4147-A177-3AD203B41FA5}">
                      <a16:colId xmlns:a16="http://schemas.microsoft.com/office/drawing/2014/main" val="1783202403"/>
                    </a:ext>
                  </a:extLst>
                </a:gridCol>
                <a:gridCol w="1619858">
                  <a:extLst>
                    <a:ext uri="{9D8B030D-6E8A-4147-A177-3AD203B41FA5}">
                      <a16:colId xmlns:a16="http://schemas.microsoft.com/office/drawing/2014/main" val="3182021886"/>
                    </a:ext>
                  </a:extLst>
                </a:gridCol>
                <a:gridCol w="1462728">
                  <a:extLst>
                    <a:ext uri="{9D8B030D-6E8A-4147-A177-3AD203B41FA5}">
                      <a16:colId xmlns:a16="http://schemas.microsoft.com/office/drawing/2014/main" val="16353922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Publisher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Storyboard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85640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225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2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설계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화면설계서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2020-05-16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9867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버 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39281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92062"/>
              </p:ext>
            </p:extLst>
          </p:nvPr>
        </p:nvGraphicFramePr>
        <p:xfrm>
          <a:off x="219403" y="2714092"/>
          <a:ext cx="11884673" cy="258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73">
                  <a:extLst>
                    <a:ext uri="{9D8B030D-6E8A-4147-A177-3AD203B41FA5}">
                      <a16:colId xmlns:a16="http://schemas.microsoft.com/office/drawing/2014/main" val="2587860644"/>
                    </a:ext>
                  </a:extLst>
                </a:gridCol>
                <a:gridCol w="1568434">
                  <a:extLst>
                    <a:ext uri="{9D8B030D-6E8A-4147-A177-3AD203B41FA5}">
                      <a16:colId xmlns:a16="http://schemas.microsoft.com/office/drawing/2014/main" val="3077660191"/>
                    </a:ext>
                  </a:extLst>
                </a:gridCol>
                <a:gridCol w="7413638">
                  <a:extLst>
                    <a:ext uri="{9D8B030D-6E8A-4147-A177-3AD203B41FA5}">
                      <a16:colId xmlns:a16="http://schemas.microsoft.com/office/drawing/2014/main" val="1147936979"/>
                    </a:ext>
                  </a:extLst>
                </a:gridCol>
                <a:gridCol w="1462728">
                  <a:extLst>
                    <a:ext uri="{9D8B030D-6E8A-4147-A177-3AD203B41FA5}">
                      <a16:colId xmlns:a16="http://schemas.microsoft.com/office/drawing/2014/main" val="811645528"/>
                    </a:ext>
                  </a:extLst>
                </a:gridCol>
              </a:tblGrid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버 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일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86980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2020-05-04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화면설계서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75596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2020-05-16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표지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목차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서비스 개요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이력 추가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화면설계 수정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(index,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company,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pds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online,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ans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</a:rPr>
                        <a:t>화면설계 추가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(directions, books,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books_cnt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online_cnt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ans_cnt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admin,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alt_user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</a:rPr>
                        <a:t>del_user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91362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58192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68577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820915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161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27993" y="1318846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화면 설계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09EF5-10EA-4859-944D-F942848224E2}"/>
              </a:ext>
            </a:extLst>
          </p:cNvPr>
          <p:cNvSpPr txBox="1"/>
          <p:nvPr/>
        </p:nvSpPr>
        <p:spPr>
          <a:xfrm>
            <a:off x="7850427" y="538451"/>
            <a:ext cx="4341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Publisher Website Project</a:t>
            </a:r>
            <a:endParaRPr lang="ko-KR" altLang="en-US" sz="28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5871847" y="3122885"/>
            <a:ext cx="6320153" cy="2137311"/>
            <a:chOff x="5314606" y="2394433"/>
            <a:chExt cx="6320153" cy="2137311"/>
          </a:xfrm>
        </p:grpSpPr>
        <p:grpSp>
          <p:nvGrpSpPr>
            <p:cNvPr id="2" name="그룹 1"/>
            <p:cNvGrpSpPr/>
            <p:nvPr/>
          </p:nvGrpSpPr>
          <p:grpSpPr>
            <a:xfrm>
              <a:off x="5314606" y="2394433"/>
              <a:ext cx="3036984" cy="2137311"/>
              <a:chOff x="5314606" y="2394433"/>
              <a:chExt cx="3036984" cy="2137311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5314606" y="2394433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공통영역 </a:t>
                </a:r>
                <a:r>
                  <a:rPr lang="en-US" altLang="ko-KR" sz="1200" b="1" dirty="0"/>
                  <a:t>                               6 Page</a:t>
                </a:r>
                <a:endParaRPr lang="ko-KR" altLang="en-US" sz="1200" b="1" dirty="0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5314606" y="3733514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회사소개                              </a:t>
                </a:r>
                <a:r>
                  <a:rPr lang="en-US" altLang="ko-KR" sz="1200" b="1" dirty="0"/>
                  <a:t>14 Page</a:t>
                </a:r>
                <a:endParaRPr lang="ko-KR" altLang="en-US" sz="1200" b="1" dirty="0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5314606" y="2860343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 err="1"/>
                  <a:t>메인페이지</a:t>
                </a:r>
                <a:r>
                  <a:rPr lang="en-US" altLang="ko-KR" sz="1200" b="1" dirty="0"/>
                  <a:t>                             7 Page</a:t>
                </a:r>
                <a:endParaRPr lang="ko-KR" altLang="en-US" sz="1200" b="1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314606" y="3322008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로그인</a:t>
                </a:r>
                <a:r>
                  <a:rPr lang="en-US" altLang="ko-KR" sz="1200" b="1" dirty="0"/>
                  <a:t>, </a:t>
                </a:r>
                <a:r>
                  <a:rPr lang="ko-KR" altLang="en-US" sz="1200" b="1" dirty="0"/>
                  <a:t>회원가입                      </a:t>
                </a:r>
                <a:r>
                  <a:rPr lang="en-US" altLang="ko-KR" sz="1200" b="1" dirty="0"/>
                  <a:t>8 Page</a:t>
                </a:r>
                <a:endParaRPr lang="ko-KR" altLang="en-US" sz="1200" b="1" dirty="0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5314606" y="4198127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도서                                    </a:t>
                </a:r>
                <a:r>
                  <a:rPr lang="en-US" altLang="ko-KR" sz="1200" b="1" dirty="0"/>
                  <a:t>17 Page</a:t>
                </a:r>
                <a:endParaRPr lang="ko-KR" altLang="en-US" sz="1200" b="1" dirty="0"/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>
              <a:off x="8597775" y="2394433"/>
              <a:ext cx="3036984" cy="1718612"/>
              <a:chOff x="8226372" y="4121210"/>
              <a:chExt cx="3036984" cy="1718612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8226372" y="4121210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자료실                                 </a:t>
                </a:r>
                <a:r>
                  <a:rPr lang="en-US" altLang="ko-KR" sz="1200" b="1" dirty="0"/>
                  <a:t>19 Page</a:t>
                </a:r>
                <a:endParaRPr lang="ko-KR" altLang="en-US" sz="1200" b="1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8226372" y="4582875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동영상강의                           </a:t>
                </a:r>
                <a:r>
                  <a:rPr lang="en-US" altLang="ko-KR" sz="1200" b="1" dirty="0"/>
                  <a:t>20 Page</a:t>
                </a:r>
                <a:endParaRPr lang="ko-KR" altLang="en-US" sz="1200" b="1" dirty="0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226372" y="5044540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/>
                  <a:t>질문답변                              </a:t>
                </a:r>
                <a:r>
                  <a:rPr lang="en-US" altLang="ko-KR" sz="1200" b="1" dirty="0"/>
                  <a:t>22 Page</a:t>
                </a:r>
                <a:endParaRPr lang="ko-KR" altLang="en-US" sz="1200" b="1" dirty="0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8226372" y="5506205"/>
                <a:ext cx="3036984" cy="333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200" b="1" dirty="0"/>
                  <a:t>(</a:t>
                </a:r>
                <a:r>
                  <a:rPr lang="ko-KR" altLang="en-US" sz="1200" b="1" dirty="0"/>
                  <a:t>마이</a:t>
                </a:r>
                <a:r>
                  <a:rPr lang="en-US" altLang="ko-KR" sz="1200" b="1" dirty="0"/>
                  <a:t>, </a:t>
                </a:r>
                <a:r>
                  <a:rPr lang="ko-KR" altLang="en-US" sz="1200" b="1" dirty="0"/>
                  <a:t>관리</a:t>
                </a:r>
                <a:r>
                  <a:rPr lang="en-US" altLang="ko-KR" sz="1200" b="1" dirty="0"/>
                  <a:t>)</a:t>
                </a:r>
                <a:r>
                  <a:rPr lang="ko-KR" altLang="en-US" sz="1200" b="1" dirty="0"/>
                  <a:t>페이지                  </a:t>
                </a:r>
                <a:r>
                  <a:rPr lang="en-US" altLang="ko-KR" sz="1200" b="1" dirty="0"/>
                  <a:t>24 Page</a:t>
                </a:r>
                <a:endParaRPr lang="ko-KR" altLang="en-US" sz="12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290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01849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gnb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공통영역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158487"/>
              </p:ext>
            </p:extLst>
          </p:nvPr>
        </p:nvGraphicFramePr>
        <p:xfrm>
          <a:off x="7292972" y="784363"/>
          <a:ext cx="4899028" cy="42808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LOGO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회원가입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관리페이지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관리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로그아웃 상태로 변경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상단 탭 메뉴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각 메뉴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자료실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0" y="784442"/>
            <a:ext cx="7195625" cy="4809579"/>
            <a:chOff x="0" y="1162516"/>
            <a:chExt cx="7195625" cy="480957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FD04F46-604E-422A-99B4-C8337B4D3951}"/>
                </a:ext>
              </a:extLst>
            </p:cNvPr>
            <p:cNvGrpSpPr/>
            <p:nvPr/>
          </p:nvGrpSpPr>
          <p:grpSpPr>
            <a:xfrm>
              <a:off x="0" y="1162516"/>
              <a:ext cx="7195624" cy="1009270"/>
              <a:chOff x="0" y="793154"/>
              <a:chExt cx="7195624" cy="1009270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3431"/>
              <a:stretch/>
            </p:blipFill>
            <p:spPr>
              <a:xfrm>
                <a:off x="0" y="793154"/>
                <a:ext cx="7195624" cy="10048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9" name="타원 8"/>
              <p:cNvSpPr/>
              <p:nvPr/>
            </p:nvSpPr>
            <p:spPr>
              <a:xfrm>
                <a:off x="2377440" y="1025862"/>
                <a:ext cx="254977" cy="25497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  <p:sp>
            <p:nvSpPr>
              <p:cNvPr id="10" name="타원 9"/>
              <p:cNvSpPr/>
              <p:nvPr/>
            </p:nvSpPr>
            <p:spPr>
              <a:xfrm>
                <a:off x="5463248" y="1025862"/>
                <a:ext cx="254977" cy="25497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58908" y="1432304"/>
                <a:ext cx="5070441" cy="37012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타원 11"/>
              <p:cNvSpPr/>
              <p:nvPr/>
            </p:nvSpPr>
            <p:spPr>
              <a:xfrm>
                <a:off x="6486381" y="1025862"/>
                <a:ext cx="254977" cy="25497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3</a:t>
                </a:r>
                <a:endParaRPr lang="ko-KR" altLang="en-US" dirty="0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2734409" y="949569"/>
                <a:ext cx="1661746" cy="40756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136280" y="1489875"/>
                <a:ext cx="254977" cy="25497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4</a:t>
                </a:r>
                <a:endParaRPr lang="ko-KR" altLang="en-US" dirty="0"/>
              </a:p>
            </p:txBody>
          </p:sp>
          <p:sp>
            <p:nvSpPr>
              <p:cNvPr id="16" name="타원 15"/>
              <p:cNvSpPr/>
              <p:nvPr/>
            </p:nvSpPr>
            <p:spPr>
              <a:xfrm>
                <a:off x="6486992" y="1485895"/>
                <a:ext cx="254977" cy="25497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C9A356AF-A7B6-46EF-8246-D1EDD93E8D73}"/>
                  </a:ext>
                </a:extLst>
              </p:cNvPr>
              <p:cNvSpPr/>
              <p:nvPr/>
            </p:nvSpPr>
            <p:spPr>
              <a:xfrm>
                <a:off x="5226698" y="1427649"/>
                <a:ext cx="1705326" cy="37012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7241223-81D0-48E2-8033-4B4CB11779B9}"/>
                </a:ext>
              </a:extLst>
            </p:cNvPr>
            <p:cNvSpPr txBox="1"/>
            <p:nvPr/>
          </p:nvSpPr>
          <p:spPr>
            <a:xfrm>
              <a:off x="36289" y="1165505"/>
              <a:ext cx="10775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0000FF"/>
                  </a:solidFill>
                </a:rPr>
                <a:t>헤더 영역</a:t>
              </a: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57374E1-3E35-4778-94D7-610B30774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220"/>
            <a:stretch/>
          </p:blipFill>
          <p:spPr>
            <a:xfrm>
              <a:off x="0" y="5015040"/>
              <a:ext cx="7195624" cy="95705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FF934C-7F4D-4780-BE04-DE7A4B15F46C}"/>
                </a:ext>
              </a:extLst>
            </p:cNvPr>
            <p:cNvSpPr txBox="1"/>
            <p:nvPr/>
          </p:nvSpPr>
          <p:spPr>
            <a:xfrm>
              <a:off x="32781" y="5023251"/>
              <a:ext cx="10775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solidFill>
                    <a:srgbClr val="0000FF"/>
                  </a:solidFill>
                </a:rPr>
                <a:t>푸터</a:t>
              </a:r>
              <a:r>
                <a:rPr lang="ko-KR" altLang="en-US" sz="1600" b="1" dirty="0">
                  <a:solidFill>
                    <a:srgbClr val="0000FF"/>
                  </a:solidFill>
                </a:rPr>
                <a:t> 영역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5AE743B-34E5-4684-BF82-BB8992A5C349}"/>
                </a:ext>
              </a:extLst>
            </p:cNvPr>
            <p:cNvGrpSpPr/>
            <p:nvPr/>
          </p:nvGrpSpPr>
          <p:grpSpPr>
            <a:xfrm>
              <a:off x="0" y="2250334"/>
              <a:ext cx="7195625" cy="2694369"/>
              <a:chOff x="0" y="1881051"/>
              <a:chExt cx="7195625" cy="2694369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831AC7B0-23F5-426E-B6D0-A6D0D630E938}"/>
                  </a:ext>
                </a:extLst>
              </p:cNvPr>
              <p:cNvSpPr/>
              <p:nvPr/>
            </p:nvSpPr>
            <p:spPr>
              <a:xfrm>
                <a:off x="1" y="1881051"/>
                <a:ext cx="7195624" cy="269436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4D8D1471-8277-40C9-A223-7AD4448D2B77}"/>
                  </a:ext>
                </a:extLst>
              </p:cNvPr>
              <p:cNvGrpSpPr/>
              <p:nvPr/>
            </p:nvGrpSpPr>
            <p:grpSpPr>
              <a:xfrm>
                <a:off x="0" y="1881051"/>
                <a:ext cx="7195624" cy="2694369"/>
                <a:chOff x="0" y="1881051"/>
                <a:chExt cx="7195624" cy="2694369"/>
              </a:xfrm>
            </p:grpSpPr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C7DF8FC0-B8D7-4773-90AC-07AC39E14F0C}"/>
                    </a:ext>
                  </a:extLst>
                </p:cNvPr>
                <p:cNvCxnSpPr/>
                <p:nvPr/>
              </p:nvCxnSpPr>
              <p:spPr>
                <a:xfrm>
                  <a:off x="0" y="1881051"/>
                  <a:ext cx="7195624" cy="26943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65DCF5E2-936E-45DE-837C-F509CA13E4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0" y="1891246"/>
                  <a:ext cx="7195624" cy="2684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673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2583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front_main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index.html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16462"/>
              </p:ext>
            </p:extLst>
          </p:nvPr>
        </p:nvGraphicFramePr>
        <p:xfrm>
          <a:off x="7292972" y="793154"/>
          <a:ext cx="4899028" cy="37912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슬라이드 배너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왼쪽으로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슬라이드 배너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책 표지 클릭 시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슬라이드 배너 버튼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오른쪽으로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공지사항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제목 클릭 시 상세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(+)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버튼 클릭 시 공지사항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이벤트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5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이벤트 배너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배너 클릭 시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255153"/>
                  </a:ext>
                </a:extLst>
              </a:tr>
              <a:tr h="298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SNS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출판사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SNS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49821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5" b="16916"/>
          <a:stretch/>
        </p:blipFill>
        <p:spPr>
          <a:xfrm>
            <a:off x="0" y="793154"/>
            <a:ext cx="7195624" cy="4034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278598" y="1437151"/>
            <a:ext cx="496467" cy="548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C18637-D52A-4A1C-978E-6950D53A9BB2}"/>
              </a:ext>
            </a:extLst>
          </p:cNvPr>
          <p:cNvSpPr/>
          <p:nvPr/>
        </p:nvSpPr>
        <p:spPr>
          <a:xfrm>
            <a:off x="3376496" y="3228232"/>
            <a:ext cx="254977" cy="2007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3849189" y="2950456"/>
            <a:ext cx="2316480" cy="1749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6221312" y="2955818"/>
            <a:ext cx="449454" cy="1749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399342" y="114733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5856138" y="302247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6354825" y="302223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14A4C3-5C84-4950-8ECC-36EE3CB731A7}"/>
              </a:ext>
            </a:extLst>
          </p:cNvPr>
          <p:cNvSpPr/>
          <p:nvPr/>
        </p:nvSpPr>
        <p:spPr>
          <a:xfrm>
            <a:off x="6422533" y="1437151"/>
            <a:ext cx="496467" cy="548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B2FA218-C8DC-40AC-AB1A-4399A3F7873B}"/>
              </a:ext>
            </a:extLst>
          </p:cNvPr>
          <p:cNvSpPr/>
          <p:nvPr/>
        </p:nvSpPr>
        <p:spPr>
          <a:xfrm>
            <a:off x="6543277" y="114733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85B912-8F58-472E-83E5-A35D5A578F1B}"/>
              </a:ext>
            </a:extLst>
          </p:cNvPr>
          <p:cNvSpPr/>
          <p:nvPr/>
        </p:nvSpPr>
        <p:spPr>
          <a:xfrm>
            <a:off x="888235" y="897841"/>
            <a:ext cx="5425479" cy="1925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E0A3DC3-8506-41A9-BA40-59AC0719A972}"/>
              </a:ext>
            </a:extLst>
          </p:cNvPr>
          <p:cNvSpPr/>
          <p:nvPr/>
        </p:nvSpPr>
        <p:spPr>
          <a:xfrm>
            <a:off x="3470323" y="95110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0D83C5-8EA9-4653-A51F-F68AA32882F3}"/>
              </a:ext>
            </a:extLst>
          </p:cNvPr>
          <p:cNvSpPr/>
          <p:nvPr/>
        </p:nvSpPr>
        <p:spPr>
          <a:xfrm>
            <a:off x="278598" y="3429000"/>
            <a:ext cx="3000550" cy="12710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F448F66-1E7A-491D-8F09-84283FD9FC35}"/>
              </a:ext>
            </a:extLst>
          </p:cNvPr>
          <p:cNvSpPr/>
          <p:nvPr/>
        </p:nvSpPr>
        <p:spPr>
          <a:xfrm>
            <a:off x="3382780" y="292026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3DDD398-7678-4FF8-B882-CB6F54354732}"/>
              </a:ext>
            </a:extLst>
          </p:cNvPr>
          <p:cNvSpPr/>
          <p:nvPr/>
        </p:nvSpPr>
        <p:spPr>
          <a:xfrm>
            <a:off x="2968847" y="311306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270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188C952-B51C-40B0-BA6A-59A55372BD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9" b="16347"/>
          <a:stretch/>
        </p:blipFill>
        <p:spPr>
          <a:xfrm>
            <a:off x="0" y="793154"/>
            <a:ext cx="7196400" cy="401465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8408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PS-front-sign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login_form.html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30007"/>
              </p:ext>
            </p:extLst>
          </p:nvPr>
        </p:nvGraphicFramePr>
        <p:xfrm>
          <a:off x="7292972" y="793156"/>
          <a:ext cx="4899028" cy="33061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2782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2782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2782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51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아이디 저장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아이디 저장 기능 체크박스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로그인 기능 버튼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437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687"/>
                  </a:ext>
                </a:extLst>
              </a:tr>
              <a:tr h="437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가입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회원가입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5781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2255438" y="1877477"/>
            <a:ext cx="2664905" cy="369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2255438" y="2758219"/>
            <a:ext cx="818688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101656" y="2852854"/>
            <a:ext cx="818687" cy="417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1903889" y="193312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906925" y="240331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1903889" y="275520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3750107" y="29340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2257038" y="2319409"/>
            <a:ext cx="2664905" cy="3693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255438" y="3399957"/>
            <a:ext cx="1306368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615535" y="3393426"/>
            <a:ext cx="1306368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7C8C6E-6C99-4366-ADB6-49C770FAACD0}"/>
              </a:ext>
            </a:extLst>
          </p:cNvPr>
          <p:cNvSpPr/>
          <p:nvPr/>
        </p:nvSpPr>
        <p:spPr>
          <a:xfrm>
            <a:off x="2255437" y="3780853"/>
            <a:ext cx="2664905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1903889" y="344264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D59C55A-F2AA-4A0E-966E-AEFE6698BE14}"/>
              </a:ext>
            </a:extLst>
          </p:cNvPr>
          <p:cNvSpPr/>
          <p:nvPr/>
        </p:nvSpPr>
        <p:spPr>
          <a:xfrm>
            <a:off x="1903889" y="382354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5018475" y="344264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06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5F85D14-B29F-4A7C-8688-79A7AF2CA9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072"/>
          <a:stretch/>
        </p:blipFill>
        <p:spPr>
          <a:xfrm>
            <a:off x="0" y="793154"/>
            <a:ext cx="7196400" cy="401465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25402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id_find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id_find_form.html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56216"/>
              </p:ext>
            </p:extLst>
          </p:nvPr>
        </p:nvGraphicFramePr>
        <p:xfrm>
          <a:off x="7292972" y="793154"/>
          <a:ext cx="4899028" cy="25784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인증번호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요청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요청 기능 버튼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아이디 찾기 기능 버튼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2255438" y="2758219"/>
            <a:ext cx="1850861" cy="417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162697" y="2757055"/>
            <a:ext cx="757646" cy="417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906925" y="240331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1903889" y="28469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5018475" y="283944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2257038" y="2280868"/>
            <a:ext cx="2664905" cy="447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255438" y="3591545"/>
            <a:ext cx="1575554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927565" y="3585014"/>
            <a:ext cx="994337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1903889" y="363423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5018475" y="363423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030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DC2F273E-C3A6-4D65-8797-5E479673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7" b="16449"/>
          <a:stretch/>
        </p:blipFill>
        <p:spPr>
          <a:xfrm>
            <a:off x="0" y="793154"/>
            <a:ext cx="7196399" cy="40146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66307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pwd_find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pwd_find_form.html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497318"/>
              </p:ext>
            </p:extLst>
          </p:nvPr>
        </p:nvGraphicFramePr>
        <p:xfrm>
          <a:off x="7292972" y="793154"/>
          <a:ext cx="4899028" cy="294925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인증번호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요청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인증 요청 기능 버튼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아이디 찾기 기능 버튼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2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0319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2255438" y="3089110"/>
            <a:ext cx="1850861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162697" y="3089110"/>
            <a:ext cx="757646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1906925" y="227268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408BF1-A613-4FF9-B958-57DC5BB80A6C}"/>
              </a:ext>
            </a:extLst>
          </p:cNvPr>
          <p:cNvSpPr/>
          <p:nvPr/>
        </p:nvSpPr>
        <p:spPr>
          <a:xfrm>
            <a:off x="1903889" y="269848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1901792" y="313526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2257038" y="2192812"/>
            <a:ext cx="2664905" cy="361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255438" y="3800556"/>
            <a:ext cx="1575554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927565" y="3794025"/>
            <a:ext cx="994337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1903889" y="384324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5018475" y="384324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DE831E-F8CB-4DF2-A597-48BA88AC5FE9}"/>
              </a:ext>
            </a:extLst>
          </p:cNvPr>
          <p:cNvSpPr/>
          <p:nvPr/>
        </p:nvSpPr>
        <p:spPr>
          <a:xfrm>
            <a:off x="2252684" y="2637282"/>
            <a:ext cx="2664905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15D4213-267C-427D-9504-503F28012AC1}"/>
              </a:ext>
            </a:extLst>
          </p:cNvPr>
          <p:cNvSpPr/>
          <p:nvPr/>
        </p:nvSpPr>
        <p:spPr>
          <a:xfrm>
            <a:off x="5018475" y="313180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610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5F9CE12-D0EE-4A40-B3ED-75C3B5ADEA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7" b="10783"/>
          <a:stretch/>
        </p:blipFill>
        <p:spPr>
          <a:xfrm>
            <a:off x="0" y="782353"/>
            <a:ext cx="7196399" cy="557399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92521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PS-front-join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agree_form.html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약관동의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220659"/>
              </p:ext>
            </p:extLst>
          </p:nvPr>
        </p:nvGraphicFramePr>
        <p:xfrm>
          <a:off x="7292972" y="782353"/>
          <a:ext cx="4899028" cy="32023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 약관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 약관 동의 여부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개인정보취급방침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개인정보취급방침 동의 여부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전체 약관 동의 여부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2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전체 약관 동의 시 회원 가입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48910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B83BEC-B702-468F-9D65-B782E77DBFF7}"/>
              </a:ext>
            </a:extLst>
          </p:cNvPr>
          <p:cNvSpPr/>
          <p:nvPr/>
        </p:nvSpPr>
        <p:spPr>
          <a:xfrm>
            <a:off x="4928555" y="4966327"/>
            <a:ext cx="1367741" cy="202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369084" y="24232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05940ED-54E8-4AFC-8132-A36AF0A11129}"/>
              </a:ext>
            </a:extLst>
          </p:cNvPr>
          <p:cNvSpPr/>
          <p:nvPr/>
        </p:nvSpPr>
        <p:spPr>
          <a:xfrm>
            <a:off x="369084" y="428645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B42F2-7C1B-461F-934D-E3DC8A2D0C86}"/>
              </a:ext>
            </a:extLst>
          </p:cNvPr>
          <p:cNvSpPr/>
          <p:nvPr/>
        </p:nvSpPr>
        <p:spPr>
          <a:xfrm>
            <a:off x="2877751" y="5172463"/>
            <a:ext cx="1575554" cy="340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D17446-CF62-48B0-B77E-5DAAFF7AEC16}"/>
              </a:ext>
            </a:extLst>
          </p:cNvPr>
          <p:cNvSpPr/>
          <p:nvPr/>
        </p:nvSpPr>
        <p:spPr>
          <a:xfrm>
            <a:off x="3665528" y="5597857"/>
            <a:ext cx="958723" cy="297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CE50D4-522C-4717-AF40-210137851D90}"/>
              </a:ext>
            </a:extLst>
          </p:cNvPr>
          <p:cNvSpPr/>
          <p:nvPr/>
        </p:nvSpPr>
        <p:spPr>
          <a:xfrm>
            <a:off x="2526201" y="521515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EDFFAB-EB6C-4642-A410-405C26A7C6D8}"/>
              </a:ext>
            </a:extLst>
          </p:cNvPr>
          <p:cNvSpPr/>
          <p:nvPr/>
        </p:nvSpPr>
        <p:spPr>
          <a:xfrm>
            <a:off x="2170790" y="561920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DE831E-F8CB-4DF2-A597-48BA88AC5FE9}"/>
              </a:ext>
            </a:extLst>
          </p:cNvPr>
          <p:cNvSpPr/>
          <p:nvPr/>
        </p:nvSpPr>
        <p:spPr>
          <a:xfrm>
            <a:off x="783771" y="3693956"/>
            <a:ext cx="5512525" cy="1192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15D4213-267C-427D-9504-503F28012AC1}"/>
              </a:ext>
            </a:extLst>
          </p:cNvPr>
          <p:cNvSpPr/>
          <p:nvPr/>
        </p:nvSpPr>
        <p:spPr>
          <a:xfrm>
            <a:off x="4577005" y="494025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6D495B8-C6C0-4C2F-9509-3EB5E466C7F9}"/>
              </a:ext>
            </a:extLst>
          </p:cNvPr>
          <p:cNvSpPr/>
          <p:nvPr/>
        </p:nvSpPr>
        <p:spPr>
          <a:xfrm>
            <a:off x="2563853" y="5601413"/>
            <a:ext cx="958723" cy="297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A789F51-BFB5-4FD9-A476-C483A96A392A}"/>
              </a:ext>
            </a:extLst>
          </p:cNvPr>
          <p:cNvSpPr/>
          <p:nvPr/>
        </p:nvSpPr>
        <p:spPr>
          <a:xfrm>
            <a:off x="4767203" y="561920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94EB-C1F3-4B7F-84CB-B69E564940BA}"/>
              </a:ext>
            </a:extLst>
          </p:cNvPr>
          <p:cNvSpPr/>
          <p:nvPr/>
        </p:nvSpPr>
        <p:spPr>
          <a:xfrm>
            <a:off x="4928555" y="3199830"/>
            <a:ext cx="1367741" cy="202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340F059-9ABB-46C1-AD78-9A2385DBC478}"/>
              </a:ext>
            </a:extLst>
          </p:cNvPr>
          <p:cNvSpPr/>
          <p:nvPr/>
        </p:nvSpPr>
        <p:spPr>
          <a:xfrm>
            <a:off x="4577005" y="317375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EE64C5-F016-4F19-B26A-0A6F629DCCDA}"/>
              </a:ext>
            </a:extLst>
          </p:cNvPr>
          <p:cNvSpPr/>
          <p:nvPr/>
        </p:nvSpPr>
        <p:spPr>
          <a:xfrm>
            <a:off x="783771" y="1830776"/>
            <a:ext cx="5512525" cy="1323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85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8872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PS-front-info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join_form.html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약관동의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정보입력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218486"/>
              </p:ext>
            </p:extLst>
          </p:nvPr>
        </p:nvGraphicFramePr>
        <p:xfrm>
          <a:off x="7292972" y="791728"/>
          <a:ext cx="4899028" cy="38087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중복 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 중복 체크 기능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버튼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중복 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중복 체크 기능 버튼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2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확인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276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정확한 정보 입력 시 가입 완료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취소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48910"/>
                  </a:ext>
                </a:extLst>
              </a:tr>
            </a:tbl>
          </a:graphicData>
        </a:graphic>
      </p:graphicFrame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5E2655AD-35CB-467F-B6E6-4B030230C6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4" b="17113"/>
          <a:stretch/>
        </p:blipFill>
        <p:spPr>
          <a:xfrm>
            <a:off x="0" y="791728"/>
            <a:ext cx="7196399" cy="38789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2CC282-862D-4954-BBB6-E6855B7714FF}"/>
              </a:ext>
            </a:extLst>
          </p:cNvPr>
          <p:cNvSpPr/>
          <p:nvPr/>
        </p:nvSpPr>
        <p:spPr>
          <a:xfrm>
            <a:off x="1612604" y="2179197"/>
            <a:ext cx="3272905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56E049-C306-4F1A-A650-6AFCA2AE1AAF}"/>
              </a:ext>
            </a:extLst>
          </p:cNvPr>
          <p:cNvSpPr/>
          <p:nvPr/>
        </p:nvSpPr>
        <p:spPr>
          <a:xfrm>
            <a:off x="1608250" y="2562475"/>
            <a:ext cx="3272905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D2DCD0-206B-4D9F-8468-E480EDBE5196}"/>
              </a:ext>
            </a:extLst>
          </p:cNvPr>
          <p:cNvSpPr/>
          <p:nvPr/>
        </p:nvSpPr>
        <p:spPr>
          <a:xfrm>
            <a:off x="4922472" y="2179197"/>
            <a:ext cx="757646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3110DB-C9C2-46BF-9CAB-6EBE58E3858B}"/>
              </a:ext>
            </a:extLst>
          </p:cNvPr>
          <p:cNvSpPr/>
          <p:nvPr/>
        </p:nvSpPr>
        <p:spPr>
          <a:xfrm>
            <a:off x="4922472" y="2561593"/>
            <a:ext cx="757646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845100E-7BAC-4321-9F4F-830BB924D55C}"/>
              </a:ext>
            </a:extLst>
          </p:cNvPr>
          <p:cNvSpPr/>
          <p:nvPr/>
        </p:nvSpPr>
        <p:spPr>
          <a:xfrm>
            <a:off x="1608249" y="2941193"/>
            <a:ext cx="4071869" cy="37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D00E2DF-5180-476D-97D8-CA5589505AB7}"/>
              </a:ext>
            </a:extLst>
          </p:cNvPr>
          <p:cNvSpPr/>
          <p:nvPr/>
        </p:nvSpPr>
        <p:spPr>
          <a:xfrm>
            <a:off x="1612604" y="3354856"/>
            <a:ext cx="4071869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8034A36-31EB-4CF4-9452-746CAB10953D}"/>
              </a:ext>
            </a:extLst>
          </p:cNvPr>
          <p:cNvSpPr/>
          <p:nvPr/>
        </p:nvSpPr>
        <p:spPr>
          <a:xfrm>
            <a:off x="1261054" y="221029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DA67EB4-F034-4347-926A-8F175A524167}"/>
              </a:ext>
            </a:extLst>
          </p:cNvPr>
          <p:cNvSpPr/>
          <p:nvPr/>
        </p:nvSpPr>
        <p:spPr>
          <a:xfrm>
            <a:off x="1262573" y="260373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D2B9E84B-77C7-4FEC-BA8E-33DE35E97C8C}"/>
              </a:ext>
            </a:extLst>
          </p:cNvPr>
          <p:cNvSpPr/>
          <p:nvPr/>
        </p:nvSpPr>
        <p:spPr>
          <a:xfrm>
            <a:off x="5776691" y="221029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50851784-03F0-450E-AD0E-1809578B3FFB}"/>
              </a:ext>
            </a:extLst>
          </p:cNvPr>
          <p:cNvSpPr/>
          <p:nvPr/>
        </p:nvSpPr>
        <p:spPr>
          <a:xfrm>
            <a:off x="5776690" y="260373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2F1780E-9331-45E8-B364-43DD7D07CF6C}"/>
              </a:ext>
            </a:extLst>
          </p:cNvPr>
          <p:cNvSpPr/>
          <p:nvPr/>
        </p:nvSpPr>
        <p:spPr>
          <a:xfrm>
            <a:off x="1261054" y="301221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3DD555D-705E-4E24-AB45-D9AF7D0D39F5}"/>
              </a:ext>
            </a:extLst>
          </p:cNvPr>
          <p:cNvSpPr/>
          <p:nvPr/>
        </p:nvSpPr>
        <p:spPr>
          <a:xfrm>
            <a:off x="1266926" y="342068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4EF6503-95CB-479F-9AD2-39B2DFF116CD}"/>
              </a:ext>
            </a:extLst>
          </p:cNvPr>
          <p:cNvSpPr/>
          <p:nvPr/>
        </p:nvSpPr>
        <p:spPr>
          <a:xfrm>
            <a:off x="2525486" y="3994034"/>
            <a:ext cx="1018904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C288E15-77DF-4C2A-8F84-0C118C16CE19}"/>
              </a:ext>
            </a:extLst>
          </p:cNvPr>
          <p:cNvSpPr/>
          <p:nvPr/>
        </p:nvSpPr>
        <p:spPr>
          <a:xfrm>
            <a:off x="3640963" y="3987576"/>
            <a:ext cx="1018904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15DA552-54AF-4EB8-BE36-D395CAF5848F}"/>
              </a:ext>
            </a:extLst>
          </p:cNvPr>
          <p:cNvSpPr/>
          <p:nvPr/>
        </p:nvSpPr>
        <p:spPr>
          <a:xfrm>
            <a:off x="2172618" y="403246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50E0440-2AF1-40DD-88C1-C18E034861BC}"/>
              </a:ext>
            </a:extLst>
          </p:cNvPr>
          <p:cNvSpPr/>
          <p:nvPr/>
        </p:nvSpPr>
        <p:spPr>
          <a:xfrm>
            <a:off x="4753666" y="403892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99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C2A3B2DE-16FA-4675-B323-9024B88EE9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2" b="16571"/>
          <a:stretch/>
        </p:blipFill>
        <p:spPr>
          <a:xfrm>
            <a:off x="0" y="782936"/>
            <a:ext cx="7196399" cy="40146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63510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join_ok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join_form.html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약관동의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정보입력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가입완료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339955"/>
              </p:ext>
            </p:extLst>
          </p:nvPr>
        </p:nvGraphicFramePr>
        <p:xfrm>
          <a:off x="7292972" y="782936"/>
          <a:ext cx="4899028" cy="85947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홈으로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  <p:sp>
        <p:nvSpPr>
          <p:cNvPr id="26" name="타원 25">
            <a:extLst>
              <a:ext uri="{FF2B5EF4-FFF2-40B4-BE49-F238E27FC236}">
                <a16:creationId xmlns:a16="http://schemas.microsoft.com/office/drawing/2014/main" id="{6F9048DD-688D-41B0-A858-7BCC566BC716}"/>
              </a:ext>
            </a:extLst>
          </p:cNvPr>
          <p:cNvSpPr/>
          <p:nvPr/>
        </p:nvSpPr>
        <p:spPr>
          <a:xfrm>
            <a:off x="2394602" y="381259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F17F3A3-8EBE-4B7C-8DC7-53A5DCBC3087}"/>
              </a:ext>
            </a:extLst>
          </p:cNvPr>
          <p:cNvSpPr/>
          <p:nvPr/>
        </p:nvSpPr>
        <p:spPr>
          <a:xfrm>
            <a:off x="2760617" y="3690154"/>
            <a:ext cx="1663338" cy="447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080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F859D26A-F4FC-4EEF-B835-99A0B4A4FC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9" b="16317"/>
          <a:stretch/>
        </p:blipFill>
        <p:spPr>
          <a:xfrm>
            <a:off x="8709" y="784445"/>
            <a:ext cx="7196399" cy="40146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510079"/>
              </p:ext>
            </p:extLst>
          </p:nvPr>
        </p:nvGraphicFramePr>
        <p:xfrm>
          <a:off x="7301681" y="784445"/>
          <a:ext cx="4899028" cy="13481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회사소개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회사소개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찾아오시는 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찾아오시는 길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111091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E488DC96-4D13-49FC-8F20-9AB7617A9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87595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com_side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공통영역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(side)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pSp>
        <p:nvGrpSpPr>
          <p:cNvPr id="51" name="그룹 50">
            <a:extLst>
              <a:ext uri="{FF2B5EF4-FFF2-40B4-BE49-F238E27FC236}">
                <a16:creationId xmlns:a16="http://schemas.microsoft.com/office/drawing/2014/main" id="{455901F9-D28D-4C24-A4EC-3CC460E59ED7}"/>
              </a:ext>
            </a:extLst>
          </p:cNvPr>
          <p:cNvGrpSpPr/>
          <p:nvPr/>
        </p:nvGrpSpPr>
        <p:grpSpPr>
          <a:xfrm>
            <a:off x="1907176" y="784445"/>
            <a:ext cx="5297157" cy="4014653"/>
            <a:chOff x="0" y="1881051"/>
            <a:chExt cx="7195625" cy="2694369"/>
          </a:xfrm>
          <a:solidFill>
            <a:schemeClr val="bg1"/>
          </a:solidFill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7483392-D892-4315-8218-71094B4D2E82}"/>
                </a:ext>
              </a:extLst>
            </p:cNvPr>
            <p:cNvSpPr/>
            <p:nvPr/>
          </p:nvSpPr>
          <p:spPr>
            <a:xfrm>
              <a:off x="1" y="1881051"/>
              <a:ext cx="7195624" cy="26943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83EB249-E570-485D-9BD1-967519EE4A3C}"/>
                </a:ext>
              </a:extLst>
            </p:cNvPr>
            <p:cNvGrpSpPr/>
            <p:nvPr/>
          </p:nvGrpSpPr>
          <p:grpSpPr>
            <a:xfrm>
              <a:off x="0" y="1881051"/>
              <a:ext cx="7195624" cy="2694369"/>
              <a:chOff x="0" y="1881051"/>
              <a:chExt cx="7195624" cy="2694369"/>
            </a:xfrm>
            <a:grpFill/>
          </p:grpSpPr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9F3C1C2A-7987-48B6-BDCB-1C010729CAC6}"/>
                  </a:ext>
                </a:extLst>
              </p:cNvPr>
              <p:cNvCxnSpPr/>
              <p:nvPr/>
            </p:nvCxnSpPr>
            <p:spPr>
              <a:xfrm>
                <a:off x="0" y="1881051"/>
                <a:ext cx="7195624" cy="2694369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92903EBB-446D-453C-B7F2-70187FAA84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1891246"/>
                <a:ext cx="7195624" cy="268417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4381EEA-7BD7-444C-BE90-2A52E0CDC63C}"/>
              </a:ext>
            </a:extLst>
          </p:cNvPr>
          <p:cNvSpPr txBox="1"/>
          <p:nvPr/>
        </p:nvSpPr>
        <p:spPr>
          <a:xfrm>
            <a:off x="9218" y="79060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사이드 영역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B5D449-9917-4A55-BCCE-52E5A75205E2}"/>
              </a:ext>
            </a:extLst>
          </p:cNvPr>
          <p:cNvSpPr/>
          <p:nvPr/>
        </p:nvSpPr>
        <p:spPr>
          <a:xfrm>
            <a:off x="487409" y="1645920"/>
            <a:ext cx="1282723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4EF422-026E-491C-8060-714479608ECE}"/>
              </a:ext>
            </a:extLst>
          </p:cNvPr>
          <p:cNvSpPr/>
          <p:nvPr/>
        </p:nvSpPr>
        <p:spPr>
          <a:xfrm>
            <a:off x="487409" y="1859848"/>
            <a:ext cx="1282724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2ECAA30-8582-40A1-B331-5BDF2608080C}"/>
              </a:ext>
            </a:extLst>
          </p:cNvPr>
          <p:cNvSpPr/>
          <p:nvPr/>
        </p:nvSpPr>
        <p:spPr>
          <a:xfrm>
            <a:off x="182775" y="15708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135CBB-2CFE-4274-8697-B2A78BCEA5FF}"/>
              </a:ext>
            </a:extLst>
          </p:cNvPr>
          <p:cNvSpPr/>
          <p:nvPr/>
        </p:nvSpPr>
        <p:spPr>
          <a:xfrm>
            <a:off x="174065" y="184342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774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F859D26A-F4FC-4EEF-B835-99A0B4A4FC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4" t="16509" b="16317"/>
          <a:stretch/>
        </p:blipFill>
        <p:spPr>
          <a:xfrm>
            <a:off x="0" y="782347"/>
            <a:ext cx="7196399" cy="557400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329675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PS-front-com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company.html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71887"/>
              </p:ext>
            </p:extLst>
          </p:nvPr>
        </p:nvGraphicFramePr>
        <p:xfrm>
          <a:off x="7292972" y="782347"/>
          <a:ext cx="489902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5824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30033B3C-FDFF-4F3C-86C3-2420BAE0EA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0" t="16762" b="16571"/>
          <a:stretch/>
        </p:blipFill>
        <p:spPr>
          <a:xfrm>
            <a:off x="0" y="791234"/>
            <a:ext cx="7196400" cy="556511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9657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dir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directions.html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찾아오시는 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48394"/>
              </p:ext>
            </p:extLst>
          </p:nvPr>
        </p:nvGraphicFramePr>
        <p:xfrm>
          <a:off x="7292972" y="791235"/>
          <a:ext cx="4899028" cy="10690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Map API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활용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회사 위치 표시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CE7FD511-56A7-48C8-9C7A-7C33DFE4A659}"/>
              </a:ext>
            </a:extLst>
          </p:cNvPr>
          <p:cNvSpPr/>
          <p:nvPr/>
        </p:nvSpPr>
        <p:spPr>
          <a:xfrm>
            <a:off x="281995" y="196188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7F0B07-6EC5-4098-8036-2A656F64B3D0}"/>
              </a:ext>
            </a:extLst>
          </p:cNvPr>
          <p:cNvSpPr/>
          <p:nvPr/>
        </p:nvSpPr>
        <p:spPr>
          <a:xfrm>
            <a:off x="217716" y="1905251"/>
            <a:ext cx="3309256" cy="2804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3402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E52B2B16-E3E1-4F29-92BB-74AEE03F92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5" b="16190"/>
          <a:stretch/>
        </p:blipFill>
        <p:spPr>
          <a:xfrm>
            <a:off x="0" y="793154"/>
            <a:ext cx="7196400" cy="401465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47844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PS-front-book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books.html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도서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541949"/>
              </p:ext>
            </p:extLst>
          </p:nvPr>
        </p:nvGraphicFramePr>
        <p:xfrm>
          <a:off x="7292972" y="793154"/>
          <a:ext cx="4899028" cy="46990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 리스트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당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도서 표지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도서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 제목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도서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앞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현재 위치한 페이지 표시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뒷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5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글쓰기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작성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6055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4720046" y="1555082"/>
            <a:ext cx="2046515" cy="369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2FF848-31DE-4542-A516-14084DDEBD93}"/>
              </a:ext>
            </a:extLst>
          </p:cNvPr>
          <p:cNvSpPr/>
          <p:nvPr/>
        </p:nvSpPr>
        <p:spPr>
          <a:xfrm>
            <a:off x="1911415" y="2199159"/>
            <a:ext cx="1964338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4418346" y="161226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6502875" y="20968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330777" y="2071669"/>
            <a:ext cx="6435784" cy="2062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B21510-1FA8-4448-B991-7D8A2F830C93}"/>
              </a:ext>
            </a:extLst>
          </p:cNvPr>
          <p:cNvSpPr/>
          <p:nvPr/>
        </p:nvSpPr>
        <p:spPr>
          <a:xfrm>
            <a:off x="6183084" y="4182967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75C27D-F0D4-42D8-8E46-8C799869F33E}"/>
              </a:ext>
            </a:extLst>
          </p:cNvPr>
          <p:cNvSpPr/>
          <p:nvPr/>
        </p:nvSpPr>
        <p:spPr>
          <a:xfrm>
            <a:off x="3010737" y="441610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C0E055-4C6F-407D-9514-C2D5924851B4}"/>
              </a:ext>
            </a:extLst>
          </p:cNvPr>
          <p:cNvSpPr/>
          <p:nvPr/>
        </p:nvSpPr>
        <p:spPr>
          <a:xfrm>
            <a:off x="499407" y="2204019"/>
            <a:ext cx="1315436" cy="176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77E2E4B-D3C6-4B82-B0DE-EB8FAD2FDF39}"/>
              </a:ext>
            </a:extLst>
          </p:cNvPr>
          <p:cNvSpPr/>
          <p:nvPr/>
        </p:nvSpPr>
        <p:spPr>
          <a:xfrm>
            <a:off x="1544435" y="22332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A0482C-31EB-441F-A47C-FFFCC220FAFA}"/>
              </a:ext>
            </a:extLst>
          </p:cNvPr>
          <p:cNvSpPr/>
          <p:nvPr/>
        </p:nvSpPr>
        <p:spPr>
          <a:xfrm>
            <a:off x="3593189" y="219747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36687C1-7A94-4B49-8F4A-B2C884BEA469}"/>
              </a:ext>
            </a:extLst>
          </p:cNvPr>
          <p:cNvSpPr/>
          <p:nvPr/>
        </p:nvSpPr>
        <p:spPr>
          <a:xfrm>
            <a:off x="2684693" y="440931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36BBF9D-6AE1-4F20-B830-2D43E02C64D7}"/>
              </a:ext>
            </a:extLst>
          </p:cNvPr>
          <p:cNvSpPr/>
          <p:nvPr/>
        </p:nvSpPr>
        <p:spPr>
          <a:xfrm>
            <a:off x="6757852" y="420377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23583D-7A21-4D8A-A2BA-82220D80AD18}"/>
              </a:ext>
            </a:extLst>
          </p:cNvPr>
          <p:cNvSpPr/>
          <p:nvPr/>
        </p:nvSpPr>
        <p:spPr>
          <a:xfrm>
            <a:off x="3928799" y="441610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B51324F-18DC-4222-AC76-62C455612C09}"/>
              </a:ext>
            </a:extLst>
          </p:cNvPr>
          <p:cNvSpPr/>
          <p:nvPr/>
        </p:nvSpPr>
        <p:spPr>
          <a:xfrm>
            <a:off x="3306746" y="4416104"/>
            <a:ext cx="569007" cy="2516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3CFA183-F553-42BF-80EF-AE4489A3A81B}"/>
              </a:ext>
            </a:extLst>
          </p:cNvPr>
          <p:cNvSpPr/>
          <p:nvPr/>
        </p:nvSpPr>
        <p:spPr>
          <a:xfrm>
            <a:off x="3470711" y="455366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824A410-6786-4B59-8AE1-142F8877FD0E}"/>
              </a:ext>
            </a:extLst>
          </p:cNvPr>
          <p:cNvSpPr/>
          <p:nvPr/>
        </p:nvSpPr>
        <p:spPr>
          <a:xfrm>
            <a:off x="4259398" y="441610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6350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5874C090-0FE2-483E-BA84-5231ED42AC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4" b="9968"/>
          <a:stretch/>
        </p:blipFill>
        <p:spPr>
          <a:xfrm>
            <a:off x="0" y="793154"/>
            <a:ext cx="7196400" cy="556319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57558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book_cnt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Books_cnt.html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도서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도서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939844"/>
              </p:ext>
            </p:extLst>
          </p:nvPr>
        </p:nvGraphicFramePr>
        <p:xfrm>
          <a:off x="7292972" y="793154"/>
          <a:ext cx="4899028" cy="22558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비회원에게는 보이지 않음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삭제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비회원에게는 보이지 않음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alert(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도서구매 사이트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해당 도서 구매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5939245" y="1053736"/>
            <a:ext cx="476737" cy="226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5635982" y="105373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6941423" y="104938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C0E055-4C6F-407D-9514-C2D5924851B4}"/>
              </a:ext>
            </a:extLst>
          </p:cNvPr>
          <p:cNvSpPr/>
          <p:nvPr/>
        </p:nvSpPr>
        <p:spPr>
          <a:xfrm>
            <a:off x="4718442" y="1360187"/>
            <a:ext cx="1315436" cy="912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77E2E4B-D3C6-4B82-B0DE-EB8FAD2FDF39}"/>
              </a:ext>
            </a:extLst>
          </p:cNvPr>
          <p:cNvSpPr/>
          <p:nvPr/>
        </p:nvSpPr>
        <p:spPr>
          <a:xfrm>
            <a:off x="5763470" y="138938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B94CF1C-C6FD-49F1-B229-C9321673ECFB}"/>
              </a:ext>
            </a:extLst>
          </p:cNvPr>
          <p:cNvSpPr/>
          <p:nvPr/>
        </p:nvSpPr>
        <p:spPr>
          <a:xfrm>
            <a:off x="6413866" y="1049385"/>
            <a:ext cx="476737" cy="226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074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44A3DE9E-C5E1-4FCE-9C88-D7BB7BA381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2" b="16444"/>
          <a:stretch/>
        </p:blipFill>
        <p:spPr>
          <a:xfrm>
            <a:off x="0" y="793154"/>
            <a:ext cx="7196400" cy="401465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777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PS-front-</a:t>
                      </a:r>
                      <a:r>
                        <a:rPr lang="en-US" altLang="ko-KR" sz="1600" b="0" dirty="0" err="1">
                          <a:solidFill>
                            <a:srgbClr val="FF0000"/>
                          </a:solidFill>
                        </a:rPr>
                        <a:t>pds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pds.html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자료실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472742"/>
              </p:ext>
            </p:extLst>
          </p:nvPr>
        </p:nvGraphicFramePr>
        <p:xfrm>
          <a:off x="7292972" y="793154"/>
          <a:ext cx="4899028" cy="560673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자료실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자료실 리스트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당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파일 다운로드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도서 관련 자료 다운로드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앞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현재 위치한 페이지 표시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뒷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비회원에게는 보이지 않음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5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삭제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비회원에게는 보이지 않음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alert(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글쓰기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작성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564489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4720046" y="1555082"/>
            <a:ext cx="2046515" cy="369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4418346" y="161226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6502875" y="20968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330777" y="2071669"/>
            <a:ext cx="6435784" cy="2062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B21510-1FA8-4448-B991-7D8A2F830C93}"/>
              </a:ext>
            </a:extLst>
          </p:cNvPr>
          <p:cNvSpPr/>
          <p:nvPr/>
        </p:nvSpPr>
        <p:spPr>
          <a:xfrm>
            <a:off x="6183084" y="4182967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75C27D-F0D4-42D8-8E46-8C799869F33E}"/>
              </a:ext>
            </a:extLst>
          </p:cNvPr>
          <p:cNvSpPr/>
          <p:nvPr/>
        </p:nvSpPr>
        <p:spPr>
          <a:xfrm>
            <a:off x="3010737" y="441610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36687C1-7A94-4B49-8F4A-B2C884BEA469}"/>
              </a:ext>
            </a:extLst>
          </p:cNvPr>
          <p:cNvSpPr/>
          <p:nvPr/>
        </p:nvSpPr>
        <p:spPr>
          <a:xfrm>
            <a:off x="2684693" y="440931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36BBF9D-6AE1-4F20-B830-2D43E02C64D7}"/>
              </a:ext>
            </a:extLst>
          </p:cNvPr>
          <p:cNvSpPr/>
          <p:nvPr/>
        </p:nvSpPr>
        <p:spPr>
          <a:xfrm>
            <a:off x="5796967" y="350055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23583D-7A21-4D8A-A2BA-82220D80AD18}"/>
              </a:ext>
            </a:extLst>
          </p:cNvPr>
          <p:cNvSpPr/>
          <p:nvPr/>
        </p:nvSpPr>
        <p:spPr>
          <a:xfrm>
            <a:off x="3928799" y="441610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B51324F-18DC-4222-AC76-62C455612C09}"/>
              </a:ext>
            </a:extLst>
          </p:cNvPr>
          <p:cNvSpPr/>
          <p:nvPr/>
        </p:nvSpPr>
        <p:spPr>
          <a:xfrm>
            <a:off x="3306746" y="4416104"/>
            <a:ext cx="569007" cy="2516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3CFA183-F553-42BF-80EF-AE4489A3A81B}"/>
              </a:ext>
            </a:extLst>
          </p:cNvPr>
          <p:cNvSpPr/>
          <p:nvPr/>
        </p:nvSpPr>
        <p:spPr>
          <a:xfrm>
            <a:off x="3470711" y="455366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824A410-6786-4B59-8AE1-142F8877FD0E}"/>
              </a:ext>
            </a:extLst>
          </p:cNvPr>
          <p:cNvSpPr/>
          <p:nvPr/>
        </p:nvSpPr>
        <p:spPr>
          <a:xfrm>
            <a:off x="4259398" y="441610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97DFF8-4D7D-4409-829B-148CBBA1DC28}"/>
              </a:ext>
            </a:extLst>
          </p:cNvPr>
          <p:cNvSpPr/>
          <p:nvPr/>
        </p:nvSpPr>
        <p:spPr>
          <a:xfrm>
            <a:off x="2005423" y="3517975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42E3C3F-C029-47EC-9AD1-4EE5B2D32B59}"/>
              </a:ext>
            </a:extLst>
          </p:cNvPr>
          <p:cNvSpPr/>
          <p:nvPr/>
        </p:nvSpPr>
        <p:spPr>
          <a:xfrm>
            <a:off x="2714480" y="35361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00739F4-F74C-414C-962C-468B3BD0AD67}"/>
              </a:ext>
            </a:extLst>
          </p:cNvPr>
          <p:cNvSpPr/>
          <p:nvPr/>
        </p:nvSpPr>
        <p:spPr>
          <a:xfrm>
            <a:off x="5802030" y="3772670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F600EC5-4FB2-4674-A799-9A2BD7EE4BD2}"/>
              </a:ext>
            </a:extLst>
          </p:cNvPr>
          <p:cNvSpPr/>
          <p:nvPr/>
        </p:nvSpPr>
        <p:spPr>
          <a:xfrm>
            <a:off x="6259237" y="3768312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4E855C7-6482-4681-A46B-9F57CBB7655B}"/>
              </a:ext>
            </a:extLst>
          </p:cNvPr>
          <p:cNvSpPr/>
          <p:nvPr/>
        </p:nvSpPr>
        <p:spPr>
          <a:xfrm>
            <a:off x="6259237" y="348547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22E3ED0-666F-47BC-B734-21AFCBCBE899}"/>
              </a:ext>
            </a:extLst>
          </p:cNvPr>
          <p:cNvSpPr/>
          <p:nvPr/>
        </p:nvSpPr>
        <p:spPr>
          <a:xfrm>
            <a:off x="5881428" y="419646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059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FCE16007-D1D4-4606-AF0C-1FBBE2242B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8" b="16190"/>
          <a:stretch/>
        </p:blipFill>
        <p:spPr>
          <a:xfrm>
            <a:off x="0" y="795302"/>
            <a:ext cx="7196400" cy="401250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24067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PS-front-online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online.html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645983"/>
              </p:ext>
            </p:extLst>
          </p:nvPr>
        </p:nvGraphicFramePr>
        <p:xfrm>
          <a:off x="7292972" y="793154"/>
          <a:ext cx="4899028" cy="46990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동영상 리스트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당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도서 표지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동영상 강의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 제목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동영상 강의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앞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현재 위치한 페이지 표시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뒷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5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글쓰기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작성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6055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EC87F9-876A-459E-8432-C0A66997EC63}"/>
              </a:ext>
            </a:extLst>
          </p:cNvPr>
          <p:cNvSpPr/>
          <p:nvPr/>
        </p:nvSpPr>
        <p:spPr>
          <a:xfrm>
            <a:off x="4720046" y="1555082"/>
            <a:ext cx="2046515" cy="369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47E3F3-8AA3-4F8D-8503-173F18E25F63}"/>
              </a:ext>
            </a:extLst>
          </p:cNvPr>
          <p:cNvSpPr/>
          <p:nvPr/>
        </p:nvSpPr>
        <p:spPr>
          <a:xfrm>
            <a:off x="4418346" y="161226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E6D34F9-B099-4621-BB9A-127973199619}"/>
              </a:ext>
            </a:extLst>
          </p:cNvPr>
          <p:cNvSpPr/>
          <p:nvPr/>
        </p:nvSpPr>
        <p:spPr>
          <a:xfrm>
            <a:off x="6502875" y="20968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194D3F-D413-4165-AFA3-149AEE66C30F}"/>
              </a:ext>
            </a:extLst>
          </p:cNvPr>
          <p:cNvSpPr/>
          <p:nvPr/>
        </p:nvSpPr>
        <p:spPr>
          <a:xfrm>
            <a:off x="330777" y="2071669"/>
            <a:ext cx="6435784" cy="2062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B21510-1FA8-4448-B991-7D8A2F830C93}"/>
              </a:ext>
            </a:extLst>
          </p:cNvPr>
          <p:cNvSpPr/>
          <p:nvPr/>
        </p:nvSpPr>
        <p:spPr>
          <a:xfrm>
            <a:off x="6183084" y="4182967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75C27D-F0D4-42D8-8E46-8C799869F33E}"/>
              </a:ext>
            </a:extLst>
          </p:cNvPr>
          <p:cNvSpPr/>
          <p:nvPr/>
        </p:nvSpPr>
        <p:spPr>
          <a:xfrm>
            <a:off x="3010737" y="441610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36687C1-7A94-4B49-8F4A-B2C884BEA469}"/>
              </a:ext>
            </a:extLst>
          </p:cNvPr>
          <p:cNvSpPr/>
          <p:nvPr/>
        </p:nvSpPr>
        <p:spPr>
          <a:xfrm>
            <a:off x="2684693" y="440931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23583D-7A21-4D8A-A2BA-82220D80AD18}"/>
              </a:ext>
            </a:extLst>
          </p:cNvPr>
          <p:cNvSpPr/>
          <p:nvPr/>
        </p:nvSpPr>
        <p:spPr>
          <a:xfrm>
            <a:off x="3928799" y="441610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B51324F-18DC-4222-AC76-62C455612C09}"/>
              </a:ext>
            </a:extLst>
          </p:cNvPr>
          <p:cNvSpPr/>
          <p:nvPr/>
        </p:nvSpPr>
        <p:spPr>
          <a:xfrm>
            <a:off x="3306746" y="4416104"/>
            <a:ext cx="569007" cy="2516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3CFA183-F553-42BF-80EF-AE4489A3A81B}"/>
              </a:ext>
            </a:extLst>
          </p:cNvPr>
          <p:cNvSpPr/>
          <p:nvPr/>
        </p:nvSpPr>
        <p:spPr>
          <a:xfrm>
            <a:off x="3470711" y="455366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824A410-6786-4B59-8AE1-142F8877FD0E}"/>
              </a:ext>
            </a:extLst>
          </p:cNvPr>
          <p:cNvSpPr/>
          <p:nvPr/>
        </p:nvSpPr>
        <p:spPr>
          <a:xfrm>
            <a:off x="4259398" y="441610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22E3ED0-666F-47BC-B734-21AFCBCBE899}"/>
              </a:ext>
            </a:extLst>
          </p:cNvPr>
          <p:cNvSpPr/>
          <p:nvPr/>
        </p:nvSpPr>
        <p:spPr>
          <a:xfrm>
            <a:off x="5881428" y="419646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9109EF-9C93-4FDE-9B8D-056BBBB649D5}"/>
              </a:ext>
            </a:extLst>
          </p:cNvPr>
          <p:cNvSpPr/>
          <p:nvPr/>
        </p:nvSpPr>
        <p:spPr>
          <a:xfrm>
            <a:off x="1911415" y="2199159"/>
            <a:ext cx="1964338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68FB8B-A935-46E0-81B6-9B8A2F6A9F7A}"/>
              </a:ext>
            </a:extLst>
          </p:cNvPr>
          <p:cNvSpPr/>
          <p:nvPr/>
        </p:nvSpPr>
        <p:spPr>
          <a:xfrm>
            <a:off x="499407" y="2204019"/>
            <a:ext cx="1315436" cy="176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272E21F-1A2C-4687-B0F0-5BA4F6866E08}"/>
              </a:ext>
            </a:extLst>
          </p:cNvPr>
          <p:cNvSpPr/>
          <p:nvPr/>
        </p:nvSpPr>
        <p:spPr>
          <a:xfrm>
            <a:off x="1544435" y="22332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847782C-5039-492F-A871-87B54AAAC074}"/>
              </a:ext>
            </a:extLst>
          </p:cNvPr>
          <p:cNvSpPr/>
          <p:nvPr/>
        </p:nvSpPr>
        <p:spPr>
          <a:xfrm>
            <a:off x="3593189" y="219747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806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1CE6FA7-064D-4530-815A-6A10EC3F08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4" b="22676"/>
          <a:stretch/>
        </p:blipFill>
        <p:spPr>
          <a:xfrm>
            <a:off x="0" y="793154"/>
            <a:ext cx="7196400" cy="401250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22172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online_cnt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online_cnt.html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동영상 강의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17221"/>
              </p:ext>
            </p:extLst>
          </p:nvPr>
        </p:nvGraphicFramePr>
        <p:xfrm>
          <a:off x="7292972" y="793154"/>
          <a:ext cx="4899028" cy="32331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비회원에게는 보이지 않음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삭제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비회원에게는 보이지 않음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alert(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스트리밍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해당 강의 동영상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다운로드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해당 강의 동영상 다운로드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목록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동영상 강의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B21510-1FA8-4448-B991-7D8A2F830C93}"/>
              </a:ext>
            </a:extLst>
          </p:cNvPr>
          <p:cNvSpPr/>
          <p:nvPr/>
        </p:nvSpPr>
        <p:spPr>
          <a:xfrm>
            <a:off x="6183084" y="4252639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22E3ED0-666F-47BC-B734-21AFCBCBE899}"/>
              </a:ext>
            </a:extLst>
          </p:cNvPr>
          <p:cNvSpPr/>
          <p:nvPr/>
        </p:nvSpPr>
        <p:spPr>
          <a:xfrm>
            <a:off x="5881428" y="426613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DB2B332-41C0-40A1-95C6-FB48553A8AB2}"/>
              </a:ext>
            </a:extLst>
          </p:cNvPr>
          <p:cNvSpPr/>
          <p:nvPr/>
        </p:nvSpPr>
        <p:spPr>
          <a:xfrm>
            <a:off x="5901474" y="168046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CC1F0E-99F4-4514-A177-62A126C72A09}"/>
              </a:ext>
            </a:extLst>
          </p:cNvPr>
          <p:cNvSpPr/>
          <p:nvPr/>
        </p:nvSpPr>
        <p:spPr>
          <a:xfrm>
            <a:off x="5906537" y="1952574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4E5BED-E302-4D89-8C10-EC620C4D38AD}"/>
              </a:ext>
            </a:extLst>
          </p:cNvPr>
          <p:cNvSpPr/>
          <p:nvPr/>
        </p:nvSpPr>
        <p:spPr>
          <a:xfrm>
            <a:off x="6363744" y="1948216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4FF0F09-E64C-4875-9E85-C592AE3367FF}"/>
              </a:ext>
            </a:extLst>
          </p:cNvPr>
          <p:cNvSpPr/>
          <p:nvPr/>
        </p:nvSpPr>
        <p:spPr>
          <a:xfrm>
            <a:off x="6363744" y="166537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72436E1-1EE8-467D-B313-65AB46CB5A5E}"/>
              </a:ext>
            </a:extLst>
          </p:cNvPr>
          <p:cNvSpPr/>
          <p:nvPr/>
        </p:nvSpPr>
        <p:spPr>
          <a:xfrm>
            <a:off x="5875346" y="338734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84CDF3-142B-46A3-AAD8-21BD78654378}"/>
              </a:ext>
            </a:extLst>
          </p:cNvPr>
          <p:cNvSpPr/>
          <p:nvPr/>
        </p:nvSpPr>
        <p:spPr>
          <a:xfrm>
            <a:off x="5880409" y="3659455"/>
            <a:ext cx="360635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4B5129-D065-4D54-86A5-77AAD6D8A63D}"/>
              </a:ext>
            </a:extLst>
          </p:cNvPr>
          <p:cNvSpPr/>
          <p:nvPr/>
        </p:nvSpPr>
        <p:spPr>
          <a:xfrm>
            <a:off x="6337616" y="3655097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16DFF3F-F7CA-4EB0-9B80-3F95D9F35BE0}"/>
              </a:ext>
            </a:extLst>
          </p:cNvPr>
          <p:cNvSpPr/>
          <p:nvPr/>
        </p:nvSpPr>
        <p:spPr>
          <a:xfrm>
            <a:off x="6337616" y="337225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002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E329A90E-2BEF-4D8D-8372-C043FBF909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2" b="16444"/>
          <a:stretch/>
        </p:blipFill>
        <p:spPr>
          <a:xfrm>
            <a:off x="0" y="793155"/>
            <a:ext cx="7196400" cy="401250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132321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ans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ans.html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질문답변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381922"/>
              </p:ext>
            </p:extLst>
          </p:nvPr>
        </p:nvGraphicFramePr>
        <p:xfrm>
          <a:off x="7292972" y="793154"/>
          <a:ext cx="4899028" cy="42103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저자 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결과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질문답변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질문답변 리스트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당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질문 제목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클릭 시 질문답변 상세 페이지로 이동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앞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현재 위치한 페이지 표시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뒷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36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글쓰기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작성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832648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B21510-1FA8-4448-B991-7D8A2F830C93}"/>
              </a:ext>
            </a:extLst>
          </p:cNvPr>
          <p:cNvSpPr/>
          <p:nvPr/>
        </p:nvSpPr>
        <p:spPr>
          <a:xfrm>
            <a:off x="6183084" y="3791086"/>
            <a:ext cx="661852" cy="29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22E3ED0-666F-47BC-B734-21AFCBCBE899}"/>
              </a:ext>
            </a:extLst>
          </p:cNvPr>
          <p:cNvSpPr/>
          <p:nvPr/>
        </p:nvSpPr>
        <p:spPr>
          <a:xfrm>
            <a:off x="5881428" y="380458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DB2B332-41C0-40A1-95C6-FB48553A8AB2}"/>
              </a:ext>
            </a:extLst>
          </p:cNvPr>
          <p:cNvSpPr/>
          <p:nvPr/>
        </p:nvSpPr>
        <p:spPr>
          <a:xfrm>
            <a:off x="4448999" y="161438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CC1F0E-99F4-4514-A177-62A126C72A09}"/>
              </a:ext>
            </a:extLst>
          </p:cNvPr>
          <p:cNvSpPr/>
          <p:nvPr/>
        </p:nvSpPr>
        <p:spPr>
          <a:xfrm>
            <a:off x="4765711" y="1541217"/>
            <a:ext cx="1914745" cy="4013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4E5BED-E302-4D89-8C10-EC620C4D38AD}"/>
              </a:ext>
            </a:extLst>
          </p:cNvPr>
          <p:cNvSpPr/>
          <p:nvPr/>
        </p:nvSpPr>
        <p:spPr>
          <a:xfrm>
            <a:off x="1037302" y="2111432"/>
            <a:ext cx="1244344" cy="1543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4FF0F09-E64C-4875-9E85-C592AE3367FF}"/>
              </a:ext>
            </a:extLst>
          </p:cNvPr>
          <p:cNvSpPr/>
          <p:nvPr/>
        </p:nvSpPr>
        <p:spPr>
          <a:xfrm>
            <a:off x="703178" y="21027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46DEFF-71AE-431A-A887-6D4D53CF62CE}"/>
              </a:ext>
            </a:extLst>
          </p:cNvPr>
          <p:cNvSpPr/>
          <p:nvPr/>
        </p:nvSpPr>
        <p:spPr>
          <a:xfrm>
            <a:off x="3010737" y="4059043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C59FBBF-6229-4F19-9B35-C695D88EE86C}"/>
              </a:ext>
            </a:extLst>
          </p:cNvPr>
          <p:cNvSpPr/>
          <p:nvPr/>
        </p:nvSpPr>
        <p:spPr>
          <a:xfrm>
            <a:off x="2684693" y="405225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B392B8-5962-421A-8F4F-86789A63B847}"/>
              </a:ext>
            </a:extLst>
          </p:cNvPr>
          <p:cNvSpPr/>
          <p:nvPr/>
        </p:nvSpPr>
        <p:spPr>
          <a:xfrm>
            <a:off x="3928799" y="4059043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C90C1B-C77C-4BEC-879F-AE1E1E0F86C0}"/>
              </a:ext>
            </a:extLst>
          </p:cNvPr>
          <p:cNvSpPr/>
          <p:nvPr/>
        </p:nvSpPr>
        <p:spPr>
          <a:xfrm>
            <a:off x="3306746" y="4059043"/>
            <a:ext cx="569007" cy="2516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C9B37E-0189-44FA-BC2C-7A2CC86FB65E}"/>
              </a:ext>
            </a:extLst>
          </p:cNvPr>
          <p:cNvSpPr/>
          <p:nvPr/>
        </p:nvSpPr>
        <p:spPr>
          <a:xfrm>
            <a:off x="275300" y="1941618"/>
            <a:ext cx="6569636" cy="1849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0868987-8292-42B7-A960-C00EF23CF9DF}"/>
              </a:ext>
            </a:extLst>
          </p:cNvPr>
          <p:cNvSpPr/>
          <p:nvPr/>
        </p:nvSpPr>
        <p:spPr>
          <a:xfrm>
            <a:off x="4259398" y="405904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C06898D-E046-435D-B91A-305ABDF34EBE}"/>
              </a:ext>
            </a:extLst>
          </p:cNvPr>
          <p:cNvSpPr/>
          <p:nvPr/>
        </p:nvSpPr>
        <p:spPr>
          <a:xfrm>
            <a:off x="298229" y="166294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A202E9F-4A78-4831-BEF7-66766A0677C4}"/>
              </a:ext>
            </a:extLst>
          </p:cNvPr>
          <p:cNvSpPr/>
          <p:nvPr/>
        </p:nvSpPr>
        <p:spPr>
          <a:xfrm>
            <a:off x="3470711" y="373505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409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B4205196-8C6B-4C03-A2E7-939CD23E47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3" b="16350"/>
          <a:stretch/>
        </p:blipFill>
        <p:spPr>
          <a:xfrm>
            <a:off x="0" y="793155"/>
            <a:ext cx="7196400" cy="401250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37439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ans_cnt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ans_cnt.html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질문답변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질문답변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80833"/>
              </p:ext>
            </p:extLst>
          </p:nvPr>
        </p:nvGraphicFramePr>
        <p:xfrm>
          <a:off x="7292972" y="793154"/>
          <a:ext cx="4899028" cy="23253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목록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질문답변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답글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답글 작성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수정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삭제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alert(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</a:tbl>
          </a:graphicData>
        </a:graphic>
      </p:graphicFrame>
      <p:sp>
        <p:nvSpPr>
          <p:cNvPr id="26" name="타원 25">
            <a:extLst>
              <a:ext uri="{FF2B5EF4-FFF2-40B4-BE49-F238E27FC236}">
                <a16:creationId xmlns:a16="http://schemas.microsoft.com/office/drawing/2014/main" id="{8CEAA6E8-7E66-4DBE-8F1F-0B9AB84CCFA0}"/>
              </a:ext>
            </a:extLst>
          </p:cNvPr>
          <p:cNvSpPr/>
          <p:nvPr/>
        </p:nvSpPr>
        <p:spPr>
          <a:xfrm>
            <a:off x="5117703" y="355280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1EDC33-BC97-4EF0-84B4-1F876907167F}"/>
              </a:ext>
            </a:extLst>
          </p:cNvPr>
          <p:cNvSpPr/>
          <p:nvPr/>
        </p:nvSpPr>
        <p:spPr>
          <a:xfrm>
            <a:off x="5122766" y="3824917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B97C14D-625D-4361-B0FF-D7822A4FEA86}"/>
              </a:ext>
            </a:extLst>
          </p:cNvPr>
          <p:cNvSpPr/>
          <p:nvPr/>
        </p:nvSpPr>
        <p:spPr>
          <a:xfrm>
            <a:off x="5579973" y="3820559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DB6A709-B350-463B-A6C4-63EE3C9ACC16}"/>
              </a:ext>
            </a:extLst>
          </p:cNvPr>
          <p:cNvSpPr/>
          <p:nvPr/>
        </p:nvSpPr>
        <p:spPr>
          <a:xfrm>
            <a:off x="5579973" y="354642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CA0C7DD-2753-458A-BB45-5DEF0476735B}"/>
              </a:ext>
            </a:extLst>
          </p:cNvPr>
          <p:cNvSpPr/>
          <p:nvPr/>
        </p:nvSpPr>
        <p:spPr>
          <a:xfrm>
            <a:off x="6037180" y="355280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3886F8-3F97-4C26-A6DE-3396146C35D0}"/>
              </a:ext>
            </a:extLst>
          </p:cNvPr>
          <p:cNvSpPr/>
          <p:nvPr/>
        </p:nvSpPr>
        <p:spPr>
          <a:xfrm>
            <a:off x="6042243" y="3824917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33138C6-F6B5-4AAE-971A-B3760BC0DD04}"/>
              </a:ext>
            </a:extLst>
          </p:cNvPr>
          <p:cNvSpPr/>
          <p:nvPr/>
        </p:nvSpPr>
        <p:spPr>
          <a:xfrm>
            <a:off x="6063307" y="175596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80B059-F7F6-46DD-A2BA-5BD32DFC381A}"/>
              </a:ext>
            </a:extLst>
          </p:cNvPr>
          <p:cNvSpPr/>
          <p:nvPr/>
        </p:nvSpPr>
        <p:spPr>
          <a:xfrm>
            <a:off x="6068370" y="2028073"/>
            <a:ext cx="39847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923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42FD02FD-71EA-49AF-B419-868A334173BB}"/>
              </a:ext>
            </a:extLst>
          </p:cNvPr>
          <p:cNvGrpSpPr/>
          <p:nvPr/>
        </p:nvGrpSpPr>
        <p:grpSpPr>
          <a:xfrm>
            <a:off x="1907176" y="784445"/>
            <a:ext cx="5297157" cy="4014653"/>
            <a:chOff x="0" y="1881051"/>
            <a:chExt cx="7195625" cy="2694369"/>
          </a:xfrm>
          <a:solidFill>
            <a:schemeClr val="bg1"/>
          </a:solidFill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8243AA5-06FE-4887-A2EE-42D9AF2243C0}"/>
                </a:ext>
              </a:extLst>
            </p:cNvPr>
            <p:cNvSpPr/>
            <p:nvPr/>
          </p:nvSpPr>
          <p:spPr>
            <a:xfrm>
              <a:off x="1" y="1881051"/>
              <a:ext cx="7195624" cy="26943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706A2F1-B0C8-41C2-8EC5-19610D83D356}"/>
                </a:ext>
              </a:extLst>
            </p:cNvPr>
            <p:cNvGrpSpPr/>
            <p:nvPr/>
          </p:nvGrpSpPr>
          <p:grpSpPr>
            <a:xfrm>
              <a:off x="0" y="1881051"/>
              <a:ext cx="7195624" cy="2694369"/>
              <a:chOff x="0" y="1881051"/>
              <a:chExt cx="7195624" cy="2694369"/>
            </a:xfrm>
            <a:grpFill/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5CDA3CF1-291E-4CC8-9538-73F0B9175D92}"/>
                  </a:ext>
                </a:extLst>
              </p:cNvPr>
              <p:cNvCxnSpPr/>
              <p:nvPr/>
            </p:nvCxnSpPr>
            <p:spPr>
              <a:xfrm>
                <a:off x="0" y="1881051"/>
                <a:ext cx="7195624" cy="2694369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9AEE8C97-B562-4619-AFF4-FA990C5AC8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1891246"/>
                <a:ext cx="7195624" cy="268417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471754FF-065F-4247-877D-7D33A821D5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8" r="73498" b="16699"/>
          <a:stretch/>
        </p:blipFill>
        <p:spPr>
          <a:xfrm>
            <a:off x="0" y="793154"/>
            <a:ext cx="1907175" cy="401250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14797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ad_side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관리 페이지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공통영역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(side)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399122"/>
              </p:ext>
            </p:extLst>
          </p:nvPr>
        </p:nvGraphicFramePr>
        <p:xfrm>
          <a:off x="7292972" y="793154"/>
          <a:ext cx="4899028" cy="85947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회원관리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회원관리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F071B20-3057-49BF-B415-3A32107A8A22}"/>
              </a:ext>
            </a:extLst>
          </p:cNvPr>
          <p:cNvSpPr txBox="1"/>
          <p:nvPr/>
        </p:nvSpPr>
        <p:spPr>
          <a:xfrm>
            <a:off x="9218" y="79060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사이드 영역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D197F2-8D39-4E05-A98F-9BFE9FC07553}"/>
              </a:ext>
            </a:extLst>
          </p:cNvPr>
          <p:cNvSpPr/>
          <p:nvPr/>
        </p:nvSpPr>
        <p:spPr>
          <a:xfrm>
            <a:off x="487409" y="1645920"/>
            <a:ext cx="1282723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78844F4-245F-41D4-B119-3FA1BA9511FF}"/>
              </a:ext>
            </a:extLst>
          </p:cNvPr>
          <p:cNvSpPr/>
          <p:nvPr/>
        </p:nvSpPr>
        <p:spPr>
          <a:xfrm>
            <a:off x="182775" y="15708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1809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471754FF-065F-4247-877D-7D33A821D5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9" t="16508" b="16699"/>
          <a:stretch/>
        </p:blipFill>
        <p:spPr>
          <a:xfrm>
            <a:off x="0" y="793154"/>
            <a:ext cx="7196399" cy="401250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798305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PS-front-admin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admin.html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관리 페이지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231726"/>
              </p:ext>
            </p:extLst>
          </p:nvPr>
        </p:nvGraphicFramePr>
        <p:xfrm>
          <a:off x="7292972" y="793154"/>
          <a:ext cx="4899028" cy="3512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드롭박스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범위 지정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검색 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회원정보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등 검색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리스트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당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앞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현재 위치한 페이지 표시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30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페이지 이동 버튼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뒷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066017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B33138C6-F6B5-4AAE-971A-B3760BC0DD04}"/>
              </a:ext>
            </a:extLst>
          </p:cNvPr>
          <p:cNvSpPr/>
          <p:nvPr/>
        </p:nvSpPr>
        <p:spPr>
          <a:xfrm>
            <a:off x="176307" y="140762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80B059-F7F6-46DD-A2BA-5BD32DFC381A}"/>
              </a:ext>
            </a:extLst>
          </p:cNvPr>
          <p:cNvSpPr/>
          <p:nvPr/>
        </p:nvSpPr>
        <p:spPr>
          <a:xfrm>
            <a:off x="137811" y="1723270"/>
            <a:ext cx="1281685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44CA41A-B8CC-4AFC-B8A0-A9D149A5754D}"/>
              </a:ext>
            </a:extLst>
          </p:cNvPr>
          <p:cNvSpPr/>
          <p:nvPr/>
        </p:nvSpPr>
        <p:spPr>
          <a:xfrm>
            <a:off x="1591455" y="140326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1F1100-E6EA-47F1-A5D6-90CB17F38CD7}"/>
              </a:ext>
            </a:extLst>
          </p:cNvPr>
          <p:cNvSpPr/>
          <p:nvPr/>
        </p:nvSpPr>
        <p:spPr>
          <a:xfrm>
            <a:off x="1552959" y="1718916"/>
            <a:ext cx="1852092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FED3EB-2556-4BF1-9715-46C4E5B0C460}"/>
              </a:ext>
            </a:extLst>
          </p:cNvPr>
          <p:cNvSpPr/>
          <p:nvPr/>
        </p:nvSpPr>
        <p:spPr>
          <a:xfrm>
            <a:off x="2801731" y="399808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221BC1D-26C2-4BFE-8C19-3D885E877B6C}"/>
              </a:ext>
            </a:extLst>
          </p:cNvPr>
          <p:cNvSpPr/>
          <p:nvPr/>
        </p:nvSpPr>
        <p:spPr>
          <a:xfrm>
            <a:off x="2475687" y="39912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FFEFC5-8AE6-4256-A172-2FE9603014F4}"/>
              </a:ext>
            </a:extLst>
          </p:cNvPr>
          <p:cNvSpPr/>
          <p:nvPr/>
        </p:nvSpPr>
        <p:spPr>
          <a:xfrm>
            <a:off x="3841713" y="3998084"/>
            <a:ext cx="254977" cy="254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244E7A-9E16-49C2-960E-E4A7A5C1A6EC}"/>
              </a:ext>
            </a:extLst>
          </p:cNvPr>
          <p:cNvSpPr/>
          <p:nvPr/>
        </p:nvSpPr>
        <p:spPr>
          <a:xfrm>
            <a:off x="3115158" y="3998084"/>
            <a:ext cx="668351" cy="2516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574529E-1374-49F4-A441-BF764BF06D12}"/>
              </a:ext>
            </a:extLst>
          </p:cNvPr>
          <p:cNvSpPr/>
          <p:nvPr/>
        </p:nvSpPr>
        <p:spPr>
          <a:xfrm>
            <a:off x="4172312" y="399808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C50CDE2-392D-422F-8C72-4F75D7AB66FD}"/>
              </a:ext>
            </a:extLst>
          </p:cNvPr>
          <p:cNvSpPr/>
          <p:nvPr/>
        </p:nvSpPr>
        <p:spPr>
          <a:xfrm>
            <a:off x="3321844" y="369163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231AF8-85BE-4287-912C-3298939B2513}"/>
              </a:ext>
            </a:extLst>
          </p:cNvPr>
          <p:cNvSpPr/>
          <p:nvPr/>
        </p:nvSpPr>
        <p:spPr>
          <a:xfrm>
            <a:off x="137811" y="2028984"/>
            <a:ext cx="6569636" cy="1611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A6CF82-ECC8-4B7A-BC24-0AB665030E3F}"/>
              </a:ext>
            </a:extLst>
          </p:cNvPr>
          <p:cNvSpPr/>
          <p:nvPr/>
        </p:nvSpPr>
        <p:spPr>
          <a:xfrm>
            <a:off x="176307" y="2082806"/>
            <a:ext cx="254977" cy="222125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5605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F1A853E0-18D1-4286-8C86-0DFB529BDD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65" r="73527" b="16445"/>
          <a:stretch/>
        </p:blipFill>
        <p:spPr>
          <a:xfrm>
            <a:off x="0" y="784445"/>
            <a:ext cx="1907175" cy="401250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2FD02FD-71EA-49AF-B419-868A334173BB}"/>
              </a:ext>
            </a:extLst>
          </p:cNvPr>
          <p:cNvGrpSpPr/>
          <p:nvPr/>
        </p:nvGrpSpPr>
        <p:grpSpPr>
          <a:xfrm>
            <a:off x="1907176" y="784445"/>
            <a:ext cx="5297157" cy="4014653"/>
            <a:chOff x="0" y="1881051"/>
            <a:chExt cx="7195625" cy="2694369"/>
          </a:xfrm>
          <a:solidFill>
            <a:schemeClr val="bg1"/>
          </a:solidFill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8243AA5-06FE-4887-A2EE-42D9AF2243C0}"/>
                </a:ext>
              </a:extLst>
            </p:cNvPr>
            <p:cNvSpPr/>
            <p:nvPr/>
          </p:nvSpPr>
          <p:spPr>
            <a:xfrm>
              <a:off x="1" y="1881051"/>
              <a:ext cx="7195624" cy="26943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706A2F1-B0C8-41C2-8EC5-19610D83D356}"/>
                </a:ext>
              </a:extLst>
            </p:cNvPr>
            <p:cNvGrpSpPr/>
            <p:nvPr/>
          </p:nvGrpSpPr>
          <p:grpSpPr>
            <a:xfrm>
              <a:off x="0" y="1881051"/>
              <a:ext cx="7195624" cy="2694369"/>
              <a:chOff x="0" y="1881051"/>
              <a:chExt cx="7195624" cy="2694369"/>
            </a:xfrm>
            <a:grpFill/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5CDA3CF1-291E-4CC8-9538-73F0B9175D92}"/>
                  </a:ext>
                </a:extLst>
              </p:cNvPr>
              <p:cNvCxnSpPr/>
              <p:nvPr/>
            </p:nvCxnSpPr>
            <p:spPr>
              <a:xfrm>
                <a:off x="0" y="1881051"/>
                <a:ext cx="7195624" cy="2694369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9AEE8C97-B562-4619-AFF4-FA990C5AC8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1891246"/>
                <a:ext cx="7195624" cy="268417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491209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us_side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마이 페이지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공통영역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(side)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359839"/>
              </p:ext>
            </p:extLst>
          </p:nvPr>
        </p:nvGraphicFramePr>
        <p:xfrm>
          <a:off x="7292972" y="793154"/>
          <a:ext cx="4899028" cy="13481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회원정보변경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회원정보변경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회원탈퇴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회원탈퇴 페이지로 이동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36652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F071B20-3057-49BF-B415-3A32107A8A22}"/>
              </a:ext>
            </a:extLst>
          </p:cNvPr>
          <p:cNvSpPr txBox="1"/>
          <p:nvPr/>
        </p:nvSpPr>
        <p:spPr>
          <a:xfrm>
            <a:off x="9218" y="79060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사이드 영역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D197F2-8D39-4E05-A98F-9BFE9FC07553}"/>
              </a:ext>
            </a:extLst>
          </p:cNvPr>
          <p:cNvSpPr/>
          <p:nvPr/>
        </p:nvSpPr>
        <p:spPr>
          <a:xfrm>
            <a:off x="487409" y="1645920"/>
            <a:ext cx="1282723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78844F4-245F-41D4-B119-3FA1BA9511FF}"/>
              </a:ext>
            </a:extLst>
          </p:cNvPr>
          <p:cNvSpPr/>
          <p:nvPr/>
        </p:nvSpPr>
        <p:spPr>
          <a:xfrm>
            <a:off x="182775" y="157081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136158-8344-4523-8805-9F91BAC58B9E}"/>
              </a:ext>
            </a:extLst>
          </p:cNvPr>
          <p:cNvSpPr/>
          <p:nvPr/>
        </p:nvSpPr>
        <p:spPr>
          <a:xfrm>
            <a:off x="487409" y="1859848"/>
            <a:ext cx="1282724" cy="171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EED1402-1FBA-4300-9F52-D1B7E3B22B9E}"/>
              </a:ext>
            </a:extLst>
          </p:cNvPr>
          <p:cNvSpPr/>
          <p:nvPr/>
        </p:nvSpPr>
        <p:spPr>
          <a:xfrm>
            <a:off x="174065" y="184342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56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02AB5678-37D2-4557-8349-652F53E90E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8" t="16635" b="15809"/>
          <a:stretch/>
        </p:blipFill>
        <p:spPr>
          <a:xfrm>
            <a:off x="0" y="793154"/>
            <a:ext cx="7196399" cy="401250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47458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PS-front-alt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alt_user.html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회원정보변경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62437"/>
              </p:ext>
            </p:extLst>
          </p:nvPr>
        </p:nvGraphicFramePr>
        <p:xfrm>
          <a:off x="7292972" y="793154"/>
          <a:ext cx="4899028" cy="32766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아이디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이메일 출력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이메일 변경 가능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 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중복 확인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이메일 중복 체크 기능 버튼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확인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30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정보 변경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정확한 정보 입력 시 페이지가 새로 고침 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0660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3B36E9-A48A-4825-BB46-C5B926E1CBBC}"/>
              </a:ext>
            </a:extLst>
          </p:cNvPr>
          <p:cNvSpPr/>
          <p:nvPr/>
        </p:nvSpPr>
        <p:spPr>
          <a:xfrm>
            <a:off x="106021" y="1893236"/>
            <a:ext cx="4419063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081F901-CB5D-46C9-83D1-6D393F823EEE}"/>
              </a:ext>
            </a:extLst>
          </p:cNvPr>
          <p:cNvSpPr/>
          <p:nvPr/>
        </p:nvSpPr>
        <p:spPr>
          <a:xfrm>
            <a:off x="101667" y="2276514"/>
            <a:ext cx="4419063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45C8CB-EE59-4955-9DAC-7FA43EAD0018}"/>
              </a:ext>
            </a:extLst>
          </p:cNvPr>
          <p:cNvSpPr/>
          <p:nvPr/>
        </p:nvSpPr>
        <p:spPr>
          <a:xfrm>
            <a:off x="4525084" y="2275632"/>
            <a:ext cx="1024408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260812F-0697-4801-90C1-888298B482EF}"/>
              </a:ext>
            </a:extLst>
          </p:cNvPr>
          <p:cNvSpPr/>
          <p:nvPr/>
        </p:nvSpPr>
        <p:spPr>
          <a:xfrm>
            <a:off x="101666" y="2655232"/>
            <a:ext cx="5447826" cy="37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8C7D88-F3A4-436C-A1FC-06638A795A2A}"/>
              </a:ext>
            </a:extLst>
          </p:cNvPr>
          <p:cNvSpPr/>
          <p:nvPr/>
        </p:nvSpPr>
        <p:spPr>
          <a:xfrm>
            <a:off x="106021" y="3068895"/>
            <a:ext cx="5443471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1EE07B-04F1-46A3-8497-D4FA1799658C}"/>
              </a:ext>
            </a:extLst>
          </p:cNvPr>
          <p:cNvSpPr/>
          <p:nvPr/>
        </p:nvSpPr>
        <p:spPr>
          <a:xfrm>
            <a:off x="4213277" y="193304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22CECCF-3D1A-4E27-B9EB-66F81F4B33CA}"/>
              </a:ext>
            </a:extLst>
          </p:cNvPr>
          <p:cNvSpPr/>
          <p:nvPr/>
        </p:nvSpPr>
        <p:spPr>
          <a:xfrm>
            <a:off x="4213277" y="23177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2DB6CF6-48E3-4D8A-94BB-6CDA21EE4FA5}"/>
              </a:ext>
            </a:extLst>
          </p:cNvPr>
          <p:cNvSpPr/>
          <p:nvPr/>
        </p:nvSpPr>
        <p:spPr>
          <a:xfrm>
            <a:off x="5646064" y="23177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E258419-CB75-41BD-B3C0-1C7E3B2D9580}"/>
              </a:ext>
            </a:extLst>
          </p:cNvPr>
          <p:cNvSpPr/>
          <p:nvPr/>
        </p:nvSpPr>
        <p:spPr>
          <a:xfrm>
            <a:off x="5215313" y="272625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A5B5D7A-E486-4596-BED1-E6A69B5DCF32}"/>
              </a:ext>
            </a:extLst>
          </p:cNvPr>
          <p:cNvSpPr/>
          <p:nvPr/>
        </p:nvSpPr>
        <p:spPr>
          <a:xfrm>
            <a:off x="5215313" y="313472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BD483FB-42AD-430A-8936-0DA8857540A8}"/>
              </a:ext>
            </a:extLst>
          </p:cNvPr>
          <p:cNvSpPr/>
          <p:nvPr/>
        </p:nvSpPr>
        <p:spPr>
          <a:xfrm>
            <a:off x="966649" y="3742909"/>
            <a:ext cx="2090060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A258B0A-4E11-421F-8516-60A3BCB646AE}"/>
              </a:ext>
            </a:extLst>
          </p:cNvPr>
          <p:cNvSpPr/>
          <p:nvPr/>
        </p:nvSpPr>
        <p:spPr>
          <a:xfrm>
            <a:off x="613781" y="378134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89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DD4A4FE8-C469-46B1-B25E-009DCBCCC1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6" t="16762" b="16952"/>
          <a:stretch/>
        </p:blipFill>
        <p:spPr>
          <a:xfrm>
            <a:off x="0" y="793154"/>
            <a:ext cx="7196398" cy="401250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655110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2274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PS-front-del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del_user.html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577709"/>
              </p:ext>
            </p:extLst>
          </p:nvPr>
        </p:nvGraphicFramePr>
        <p:xfrm>
          <a:off x="7292972" y="793154"/>
          <a:ext cx="4899028" cy="16011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3326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853930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241772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비밀번호 확인 입력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회원 탈퇴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정확한 정보 입력 시 회원 탈퇴가 완료됨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231AF8-85BE-4287-912C-3298939B2513}"/>
              </a:ext>
            </a:extLst>
          </p:cNvPr>
          <p:cNvSpPr/>
          <p:nvPr/>
        </p:nvSpPr>
        <p:spPr>
          <a:xfrm>
            <a:off x="975359" y="2987041"/>
            <a:ext cx="2159727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A6CF82-ECC8-4B7A-BC24-0AB665030E3F}"/>
              </a:ext>
            </a:extLst>
          </p:cNvPr>
          <p:cNvSpPr/>
          <p:nvPr/>
        </p:nvSpPr>
        <p:spPr>
          <a:xfrm>
            <a:off x="670266" y="3058858"/>
            <a:ext cx="254977" cy="222125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399DFD-0613-4358-AEC7-7481E51EC7A9}"/>
              </a:ext>
            </a:extLst>
          </p:cNvPr>
          <p:cNvSpPr/>
          <p:nvPr/>
        </p:nvSpPr>
        <p:spPr>
          <a:xfrm>
            <a:off x="258420" y="1895481"/>
            <a:ext cx="5447826" cy="37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382D79-923F-4260-8065-2E0C630AA221}"/>
              </a:ext>
            </a:extLst>
          </p:cNvPr>
          <p:cNvSpPr/>
          <p:nvPr/>
        </p:nvSpPr>
        <p:spPr>
          <a:xfrm>
            <a:off x="262775" y="2309144"/>
            <a:ext cx="5443471" cy="3447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4D4A53E-AF4F-46EC-BE5D-B2625147273E}"/>
              </a:ext>
            </a:extLst>
          </p:cNvPr>
          <p:cNvSpPr/>
          <p:nvPr/>
        </p:nvSpPr>
        <p:spPr>
          <a:xfrm>
            <a:off x="5372067" y="196650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4A9B4C0-35FF-4AD5-9701-D184F9F7807F}"/>
              </a:ext>
            </a:extLst>
          </p:cNvPr>
          <p:cNvSpPr/>
          <p:nvPr/>
        </p:nvSpPr>
        <p:spPr>
          <a:xfrm>
            <a:off x="5372067" y="237497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113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2089</Words>
  <Application>Microsoft Office PowerPoint</Application>
  <PresentationFormat>와이드스크린</PresentationFormat>
  <Paragraphs>787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 Tae Min</dc:creator>
  <cp:lastModifiedBy>GDJ25</cp:lastModifiedBy>
  <cp:revision>372</cp:revision>
  <dcterms:created xsi:type="dcterms:W3CDTF">2020-05-04T01:46:29Z</dcterms:created>
  <dcterms:modified xsi:type="dcterms:W3CDTF">2020-06-15T09:07:57Z</dcterms:modified>
</cp:coreProperties>
</file>