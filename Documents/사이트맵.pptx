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6" r:id="rId3"/>
    <p:sldId id="273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8E7FD-2F60-4021-BD94-B3A09643E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D30D65-9B1E-4F79-A03B-7D09DDABC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C772B0-658D-421D-BEEB-A3AE63DB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A1DE-73EA-4253-B40B-95522B19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F9B211-024D-449C-97AE-85F36CF7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2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1BCCEA-ABED-461C-95AA-808D602A7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293B2-0CA2-4FB6-89FD-E12A064A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50D52-95E8-4299-83A7-4C427726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D646A8-EA8C-4B36-86CC-D6C287E2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91DC25-26D1-445F-ACAF-C82C06BC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30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484AD-B4AD-401A-B58B-11D58A2C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A7DDD-E180-4D3B-87BA-A670B762B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503345-484D-461E-B069-5292C6B9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39FB4-93A8-43B5-A706-0FA7B95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36065-5F83-4970-A82D-32442631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57EFC-55B7-4253-8D43-9182C6D8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C6B31-5F68-4AA2-8BFE-68C947B99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7A28-ACF1-49B7-A04F-9E6E27CE8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9242D8-3FB3-4B6C-A2D9-9CA59D54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892371-F74D-4C75-AE23-203390525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2D8F39-DAE2-4594-892F-EB1B55FE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66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0DA5-29E6-49E8-915F-63B9CAF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7A56AC-A477-4266-A7C3-5899B37A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82801D-A058-4C0E-83F9-FA19ABF67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EFA6FFE-8E5B-4C51-9CA2-5366CA1E4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8E70CA-9A52-436C-9CD7-3FA688A84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218B5D-4DE0-401D-94CC-9F11B362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37CBD2-8340-4068-88E3-BACC1272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EE0731-FF9C-409A-84BD-1D5515FB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8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33505-32C8-45AA-9A83-A276F4E4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54211F-3FC0-430E-8719-5BD490D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266F1D-0E4D-4AEE-8B10-9E6D02738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8BBCC8-EDD9-4CCF-8A99-B929483F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465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380F33-7B2F-4622-9EBE-6C4B88D3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D10075-3FBC-4194-95B3-B2C2C12A8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391C7-E8EB-4A2F-B853-475EA134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35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49F59-165B-46F4-AE2A-8994ADB4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A6D391-C856-4F9D-95C9-8FB12728F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7C7BD-7F5E-466C-BF44-17E980366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FCA045-E3F5-462C-BCF0-F603E899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527600-084E-4CC9-81C2-7CDC9570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FB2FA5-E609-4D97-A949-0D0A28F1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2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18CDC-C2C3-478B-A900-276C4E8C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3BE219-6095-4737-9C4A-9C0CBBD079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E73B5D-CE88-4E7F-8F16-2130A3844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3CBC8-881E-4591-8781-C6D351F4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39936E-5DD2-4266-A9F1-6C8A43B7C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5F546E-AE46-4EF9-AE80-1F5AC8399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521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5B95A-8257-4A22-90F6-7B4B9E0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9D5EF-FDFE-460E-B8B1-A97AB886D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80407-62AD-43BD-8BAD-05F08494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56AA1-4333-4322-8000-EC227BCA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AD065-038C-4451-9D33-654FE04E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39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E6AC9F-C828-447C-B302-893F50AF64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CE9CDB-24D6-4763-B93F-8D32F7A49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3DB69-5D10-40B4-8AA0-9CFD493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581A0-43F4-4A6C-8845-58E702A1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6955B-C4FF-4784-A886-764A2A8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84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BB66BBF-203C-4325-A89B-CB511558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3556B-1266-481A-991E-48140E8A7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992EF9-797B-4AB6-8E5E-132071C2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156A5-F3EC-48FB-8574-275309479A4C}" type="datetimeFigureOut">
              <a:rPr lang="ko-KR" altLang="en-US" smtClean="0"/>
              <a:t>2020-05-31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6AA0CE-CEC1-4155-BCC1-CB2D7A409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45CAB6-B195-4D34-819E-4BFF02FFB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09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569827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사이트맵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2020-05-27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918080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016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4724452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2453080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2215125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사이트맵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849166"/>
              </p:ext>
            </p:extLst>
          </p:nvPr>
        </p:nvGraphicFramePr>
        <p:xfrm>
          <a:off x="219403" y="2714092"/>
          <a:ext cx="11884673" cy="2110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사이트 맵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페이지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BD711-28D1-4456-9CC6-F5F3D8C1C5F1}"/>
              </a:ext>
            </a:extLst>
          </p:cNvPr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사이트 맵</a:t>
            </a:r>
            <a:endParaRPr lang="ko-KR" altLang="en-US" b="1" dirty="0"/>
          </a:p>
        </p:txBody>
      </p:sp>
      <p:graphicFrame>
        <p:nvGraphicFramePr>
          <p:cNvPr id="9" name="표 10">
            <a:extLst>
              <a:ext uri="{FF2B5EF4-FFF2-40B4-BE49-F238E27FC236}">
                <a16:creationId xmlns:a16="http://schemas.microsoft.com/office/drawing/2014/main" id="{1ACA14CC-5A0A-452B-BD44-990B19551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725362"/>
              </p:ext>
            </p:extLst>
          </p:nvPr>
        </p:nvGraphicFramePr>
        <p:xfrm>
          <a:off x="246782" y="1475508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430404117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404620680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558371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91259341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59784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087256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약관 및 개인정보취급동의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가입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가입 완료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회사소개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찾아오시는 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자료실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360363" indent="-184150" latinLnBrk="1">
                        <a:buFont typeface="Wingdings" panose="05000000000000000000" pitchFamily="2" charset="2"/>
                        <a:buChar char="ü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수정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쓰기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633443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A5E0E08-D771-4E79-9ADF-0566233FD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22483"/>
              </p:ext>
            </p:extLst>
          </p:nvPr>
        </p:nvGraphicFramePr>
        <p:xfrm>
          <a:off x="246781" y="3210537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320264666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570814705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6342332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1687559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31965974"/>
                    </a:ext>
                  </a:extLst>
                </a:gridCol>
              </a:tblGrid>
              <a:tr h="1807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이벤트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158535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아이디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비밀번호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회원가입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회원정보변경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탈퇴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관리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1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67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153</Words>
  <Application>Microsoft Office PowerPoint</Application>
  <PresentationFormat>와이드스크린</PresentationFormat>
  <Paragraphs>64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GDJ25</dc:creator>
  <cp:lastModifiedBy>Ha Tae Min</cp:lastModifiedBy>
  <cp:revision>26</cp:revision>
  <dcterms:created xsi:type="dcterms:W3CDTF">2020-05-13T06:37:49Z</dcterms:created>
  <dcterms:modified xsi:type="dcterms:W3CDTF">2020-05-31T02:21:26Z</dcterms:modified>
</cp:coreProperties>
</file>