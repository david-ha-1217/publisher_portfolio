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8E7FD-2F60-4021-BD94-B3A09643E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D30D65-9B1E-4F79-A03B-7D09DDABC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C772B0-658D-421D-BEEB-A3AE63DB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156A5-F3EC-48FB-8574-275309479A4C}" type="datetimeFigureOut">
              <a:rPr lang="ko-KR" altLang="en-US" smtClean="0"/>
              <a:t>2020-05-13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CFA1DE-73EA-4253-B40B-95522B197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F9B211-024D-449C-97AE-85F36CF70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51AF-95F1-428C-9695-A93932586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26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1BCCEA-ABED-461C-95AA-808D602A7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2293B2-0CA2-4FB6-89FD-E12A064A9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750D52-95E8-4299-83A7-4C427726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156A5-F3EC-48FB-8574-275309479A4C}" type="datetimeFigureOut">
              <a:rPr lang="ko-KR" altLang="en-US" smtClean="0"/>
              <a:t>2020-05-13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D646A8-EA8C-4B36-86CC-D6C287E2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91DC25-26D1-445F-ACAF-C82C06BC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51AF-95F1-428C-9695-A93932586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305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484AD-B4AD-401A-B58B-11D58A2C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9A7DDD-E180-4D3B-87BA-A670B762B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503345-484D-461E-B069-5292C6B96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156A5-F3EC-48FB-8574-275309479A4C}" type="datetimeFigureOut">
              <a:rPr lang="ko-KR" altLang="en-US" smtClean="0"/>
              <a:t>2020-05-13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739FB4-93A8-43B5-A706-0FA7B958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436065-5F83-4970-A82D-32442631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51AF-95F1-428C-9695-A93932586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7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57EFC-55B7-4253-8D43-9182C6D85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6C6B31-5F68-4AA2-8BFE-68C947B99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CD7A28-ACF1-49B7-A04F-9E6E27CE8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9242D8-3FB3-4B6C-A2D9-9CA59D54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156A5-F3EC-48FB-8574-275309479A4C}" type="datetimeFigureOut">
              <a:rPr lang="ko-KR" altLang="en-US" smtClean="0"/>
              <a:t>2020-05-13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892371-F74D-4C75-AE23-203390525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2D8F39-DAE2-4594-892F-EB1B55FE2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51AF-95F1-428C-9695-A93932586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66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30DA5-29E6-49E8-915F-63B9CAF74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7A56AC-A477-4266-A7C3-5899B37A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82801D-A058-4C0E-83F9-FA19ABF67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FA6FFE-8E5B-4C51-9CA2-5366CA1E43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8E70CA-9A52-436C-9CD7-3FA688A84E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218B5D-4DE0-401D-94CC-9F11B3623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156A5-F3EC-48FB-8574-275309479A4C}" type="datetimeFigureOut">
              <a:rPr lang="ko-KR" altLang="en-US" smtClean="0"/>
              <a:t>2020-05-13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737CBD2-8340-4068-88E3-BACC12726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2EE0731-FF9C-409A-84BD-1D5515FB9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51AF-95F1-428C-9695-A93932586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689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533505-32C8-45AA-9A83-A276F4E44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54211F-3FC0-430E-8719-5BD490D3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156A5-F3EC-48FB-8574-275309479A4C}" type="datetimeFigureOut">
              <a:rPr lang="ko-KR" altLang="en-US" smtClean="0"/>
              <a:t>2020-05-13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266F1D-0E4D-4AEE-8B10-9E6D0273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8BBCC8-EDD9-4CCF-8A99-B929483F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51AF-95F1-428C-9695-A93932586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465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F380F33-7B2F-4622-9EBE-6C4B88D34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156A5-F3EC-48FB-8574-275309479A4C}" type="datetimeFigureOut">
              <a:rPr lang="ko-KR" altLang="en-US" smtClean="0"/>
              <a:t>2020-05-13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D10075-3FBC-4194-95B3-B2C2C12A8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D391C7-E8EB-4A2F-B853-475EA134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51AF-95F1-428C-9695-A93932586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35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49F59-165B-46F4-AE2A-8994ADB4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A6D391-C856-4F9D-95C9-8FB12728F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57C7BD-7F5E-466C-BF44-17E980366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FCA045-E3F5-462C-BCF0-F603E899E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156A5-F3EC-48FB-8574-275309479A4C}" type="datetimeFigureOut">
              <a:rPr lang="ko-KR" altLang="en-US" smtClean="0"/>
              <a:t>2020-05-13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527600-084E-4CC9-81C2-7CDC9570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FB2FA5-E609-4D97-A949-0D0A28F1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51AF-95F1-428C-9695-A93932586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12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418CDC-C2C3-478B-A900-276C4E8CD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3BE219-6095-4737-9C4A-9C0CBBD07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E73B5D-CE88-4E7F-8F16-2130A3844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93CBC8-881E-4591-8781-C6D351F45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156A5-F3EC-48FB-8574-275309479A4C}" type="datetimeFigureOut">
              <a:rPr lang="ko-KR" altLang="en-US" smtClean="0"/>
              <a:t>2020-05-13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39936E-5DD2-4266-A9F1-6C8A43B7C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5F546E-AE46-4EF9-AE80-1F5AC8399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51AF-95F1-428C-9695-A93932586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52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5B95A-8257-4A22-90F6-7B4B9E0F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D9D5EF-FDFE-460E-B8B1-A97AB886D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A80407-62AD-43BD-8BAD-05F08494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156A5-F3EC-48FB-8574-275309479A4C}" type="datetimeFigureOut">
              <a:rPr lang="ko-KR" altLang="en-US" smtClean="0"/>
              <a:t>2020-05-13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E56AA1-4333-4322-8000-EC227BCA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3AD065-038C-4451-9D33-654FE04E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51AF-95F1-428C-9695-A93932586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39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E6AC9F-C828-447C-B302-893F50AF64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CE9CDB-24D6-4763-B93F-8D32F7A49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3DB69-5D10-40B4-8AA0-9CFD4930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156A5-F3EC-48FB-8574-275309479A4C}" type="datetimeFigureOut">
              <a:rPr lang="ko-KR" altLang="en-US" smtClean="0"/>
              <a:t>2020-05-13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3581A0-43F4-4A6C-8845-58E702A1C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46955B-C4FF-4784-A886-764A2A86A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51AF-95F1-428C-9695-A93932586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840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B66BBF-203C-4325-A89B-CB511558B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63556B-1266-481A-991E-48140E8A7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992EF9-797B-4AB6-8E5E-132071C28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156A5-F3EC-48FB-8574-275309479A4C}" type="datetimeFigureOut">
              <a:rPr lang="ko-KR" altLang="en-US" smtClean="0"/>
              <a:t>2020-05-13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6AA0CE-CEC1-4155-BCC1-CB2D7A409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45CAB6-B195-4D34-819E-4BFF02FFB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851AF-95F1-428C-9695-A93932586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09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29CC943-02E4-4CBD-B346-3166967F2C37}"/>
              </a:ext>
            </a:extLst>
          </p:cNvPr>
          <p:cNvCxnSpPr>
            <a:cxnSpLocks/>
          </p:cNvCxnSpPr>
          <p:nvPr/>
        </p:nvCxnSpPr>
        <p:spPr>
          <a:xfrm>
            <a:off x="292961" y="593598"/>
            <a:ext cx="1148770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34863CD-EF5A-4504-B700-A7E5633D555F}"/>
              </a:ext>
            </a:extLst>
          </p:cNvPr>
          <p:cNvSpPr txBox="1"/>
          <p:nvPr/>
        </p:nvSpPr>
        <p:spPr>
          <a:xfrm>
            <a:off x="292962" y="175732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사이트 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791AB8-83C8-46D4-B345-32397948E124}"/>
              </a:ext>
            </a:extLst>
          </p:cNvPr>
          <p:cNvSpPr txBox="1"/>
          <p:nvPr/>
        </p:nvSpPr>
        <p:spPr>
          <a:xfrm>
            <a:off x="10821749" y="194652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하 태민</a:t>
            </a:r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F52FFC88-0327-48E9-9F65-732C2DC68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613393"/>
              </p:ext>
            </p:extLst>
          </p:nvPr>
        </p:nvGraphicFramePr>
        <p:xfrm>
          <a:off x="292962" y="907341"/>
          <a:ext cx="11487705" cy="1436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7541">
                  <a:extLst>
                    <a:ext uri="{9D8B030D-6E8A-4147-A177-3AD203B41FA5}">
                      <a16:colId xmlns:a16="http://schemas.microsoft.com/office/drawing/2014/main" val="430404117"/>
                    </a:ext>
                  </a:extLst>
                </a:gridCol>
                <a:gridCol w="2297541">
                  <a:extLst>
                    <a:ext uri="{9D8B030D-6E8A-4147-A177-3AD203B41FA5}">
                      <a16:colId xmlns:a16="http://schemas.microsoft.com/office/drawing/2014/main" val="4046206806"/>
                    </a:ext>
                  </a:extLst>
                </a:gridCol>
                <a:gridCol w="2297541">
                  <a:extLst>
                    <a:ext uri="{9D8B030D-6E8A-4147-A177-3AD203B41FA5}">
                      <a16:colId xmlns:a16="http://schemas.microsoft.com/office/drawing/2014/main" val="855837113"/>
                    </a:ext>
                  </a:extLst>
                </a:gridCol>
                <a:gridCol w="2297541">
                  <a:extLst>
                    <a:ext uri="{9D8B030D-6E8A-4147-A177-3AD203B41FA5}">
                      <a16:colId xmlns:a16="http://schemas.microsoft.com/office/drawing/2014/main" val="3091259341"/>
                    </a:ext>
                  </a:extLst>
                </a:gridCol>
                <a:gridCol w="2297541">
                  <a:extLst>
                    <a:ext uri="{9D8B030D-6E8A-4147-A177-3AD203B41FA5}">
                      <a16:colId xmlns:a16="http://schemas.microsoft.com/office/drawing/2014/main" val="3597849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회사소개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도서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자료실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질문답변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087256"/>
                  </a:ext>
                </a:extLst>
              </a:tr>
              <a:tr h="1131837"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dirty="0"/>
                        <a:t>약관 및 개인정보취급동의</a:t>
                      </a:r>
                      <a:endParaRPr lang="en-US" altLang="ko-KR" sz="1200" dirty="0"/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dirty="0"/>
                        <a:t>회원 가입</a:t>
                      </a:r>
                      <a:endParaRPr lang="en-US" altLang="ko-KR" sz="1200" dirty="0"/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dirty="0"/>
                        <a:t>가입 완료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dirty="0"/>
                        <a:t>회사소개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dirty="0"/>
                        <a:t>찾아오시는 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633443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1551320-D963-4DB2-8BA6-7F3068912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85489"/>
              </p:ext>
            </p:extLst>
          </p:nvPr>
        </p:nvGraphicFramePr>
        <p:xfrm>
          <a:off x="292961" y="2642370"/>
          <a:ext cx="11487705" cy="1436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7541">
                  <a:extLst>
                    <a:ext uri="{9D8B030D-6E8A-4147-A177-3AD203B41FA5}">
                      <a16:colId xmlns:a16="http://schemas.microsoft.com/office/drawing/2014/main" val="3202646666"/>
                    </a:ext>
                  </a:extLst>
                </a:gridCol>
                <a:gridCol w="2297541">
                  <a:extLst>
                    <a:ext uri="{9D8B030D-6E8A-4147-A177-3AD203B41FA5}">
                      <a16:colId xmlns:a16="http://schemas.microsoft.com/office/drawing/2014/main" val="2570814705"/>
                    </a:ext>
                  </a:extLst>
                </a:gridCol>
                <a:gridCol w="2297541">
                  <a:extLst>
                    <a:ext uri="{9D8B030D-6E8A-4147-A177-3AD203B41FA5}">
                      <a16:colId xmlns:a16="http://schemas.microsoft.com/office/drawing/2014/main" val="306342332"/>
                    </a:ext>
                  </a:extLst>
                </a:gridCol>
                <a:gridCol w="2297541">
                  <a:extLst>
                    <a:ext uri="{9D8B030D-6E8A-4147-A177-3AD203B41FA5}">
                      <a16:colId xmlns:a16="http://schemas.microsoft.com/office/drawing/2014/main" val="2168755913"/>
                    </a:ext>
                  </a:extLst>
                </a:gridCol>
                <a:gridCol w="2297541">
                  <a:extLst>
                    <a:ext uri="{9D8B030D-6E8A-4147-A177-3AD203B41FA5}">
                      <a16:colId xmlns:a16="http://schemas.microsoft.com/office/drawing/2014/main" val="831965974"/>
                    </a:ext>
                  </a:extLst>
                </a:gridCol>
              </a:tblGrid>
              <a:tr h="1807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동영상 강의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공지사항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이벤트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관리페이지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158535"/>
                  </a:ext>
                </a:extLst>
              </a:tr>
              <a:tr h="113183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dirty="0"/>
                        <a:t>아이디 찾기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dirty="0"/>
                        <a:t>비밀번호 찾기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dirty="0"/>
                        <a:t>회원가입</a:t>
                      </a:r>
                      <a:endParaRPr lang="en-US" altLang="ko-K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dirty="0"/>
                        <a:t>회원정보변경</a:t>
                      </a:r>
                      <a:endParaRPr lang="en-US" altLang="ko-KR" sz="1200" dirty="0"/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dirty="0"/>
                        <a:t>회원 탈퇴</a:t>
                      </a:r>
                      <a:endParaRPr lang="en-US" altLang="ko-K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dirty="0"/>
                        <a:t>회원 관리</a:t>
                      </a:r>
                      <a:endParaRPr lang="en-US" altLang="ko-K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119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502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40</Words>
  <Application>Microsoft Office PowerPoint</Application>
  <PresentationFormat>와이드스크린</PresentationFormat>
  <Paragraphs>23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GDJ25</dc:creator>
  <cp:lastModifiedBy>GDJ25</cp:lastModifiedBy>
  <cp:revision>7</cp:revision>
  <dcterms:created xsi:type="dcterms:W3CDTF">2020-05-13T06:37:49Z</dcterms:created>
  <dcterms:modified xsi:type="dcterms:W3CDTF">2020-05-13T08:13:11Z</dcterms:modified>
</cp:coreProperties>
</file>