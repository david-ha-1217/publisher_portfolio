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2" r:id="rId2"/>
    <p:sldId id="276" r:id="rId3"/>
    <p:sldId id="273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65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C8E7FD-2F60-4021-BD94-B3A09643EB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4D30D65-9B1E-4F79-A03B-7D09DDABC6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7C772B0-658D-421D-BEEB-A3AE63DBBF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156A5-F3EC-48FB-8574-275309479A4C}" type="datetimeFigureOut">
              <a:rPr lang="ko-KR" altLang="en-US" smtClean="0"/>
              <a:t>2020-05-27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6CFA1DE-73EA-4253-B40B-95522B1975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FF9B211-024D-449C-97AE-85F36CF70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51AF-95F1-428C-9695-A939325864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42698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1BCCEA-ABED-461C-95AA-808D602A71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D2293B2-0CA2-4FB6-89FD-E12A064A90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2750D52-95E8-4299-83A7-4C427726C4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156A5-F3EC-48FB-8574-275309479A4C}" type="datetimeFigureOut">
              <a:rPr lang="ko-KR" altLang="en-US" smtClean="0"/>
              <a:t>2020-05-27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6D646A8-EA8C-4B36-86CC-D6C287E2F2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791DC25-26D1-445F-ACAF-C82C06BCA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51AF-95F1-428C-9695-A939325864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93051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7484AD-B4AD-401A-B58B-11D58A2CCA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E9A7DDD-E180-4D3B-87BA-A670B762B8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503345-484D-461E-B069-5292C6B960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156A5-F3EC-48FB-8574-275309479A4C}" type="datetimeFigureOut">
              <a:rPr lang="ko-KR" altLang="en-US" smtClean="0"/>
              <a:t>2020-05-27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3739FB4-93A8-43B5-A706-0FA7B95805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5436065-5F83-4970-A82D-324426317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51AF-95F1-428C-9695-A939325864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4775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A057EFC-55B7-4253-8D43-9182C6D857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26C6B31-5F68-4AA2-8BFE-68C947B99B8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0CD7A28-ACF1-49B7-A04F-9E6E27CE87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59242D8-3FB3-4B6C-A2D9-9CA59D546D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156A5-F3EC-48FB-8574-275309479A4C}" type="datetimeFigureOut">
              <a:rPr lang="ko-KR" altLang="en-US" smtClean="0"/>
              <a:t>2020-05-27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0892371-F74D-4C75-AE23-203390525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22D8F39-DAE2-4594-892F-EB1B55FE2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51AF-95F1-428C-9695-A939325864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76696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830DA5-29E6-49E8-915F-63B9CAF740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F7A56AC-A477-4266-A7C3-5899B37AC9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D82801D-A058-4C0E-83F9-FA19ABF678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EFA6FFE-8E5B-4C51-9CA2-5366CA1E43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8E70CA-9A52-436C-9CD7-3FA688A84EB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4218B5D-4DE0-401D-94CC-9F11B36239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156A5-F3EC-48FB-8574-275309479A4C}" type="datetimeFigureOut">
              <a:rPr lang="ko-KR" altLang="en-US" smtClean="0"/>
              <a:t>2020-05-27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737CBD2-8340-4068-88E3-BACC127268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2EE0731-FF9C-409A-84BD-1D5515FB9B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51AF-95F1-428C-9695-A939325864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96891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533505-32C8-45AA-9A83-A276F4E44D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A54211F-3FC0-430E-8719-5BD490D38F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156A5-F3EC-48FB-8574-275309479A4C}" type="datetimeFigureOut">
              <a:rPr lang="ko-KR" altLang="en-US" smtClean="0"/>
              <a:t>2020-05-27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2266F1D-0E4D-4AEE-8B10-9E6D027380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88BBCC8-EDD9-4CCF-8A99-B929483FAD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51AF-95F1-428C-9695-A939325864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54658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4F380F33-7B2F-4622-9EBE-6C4B88D346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156A5-F3EC-48FB-8574-275309479A4C}" type="datetimeFigureOut">
              <a:rPr lang="ko-KR" altLang="en-US" smtClean="0"/>
              <a:t>2020-05-27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55D10075-3FBC-4194-95B3-B2C2C12A83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AD391C7-E8EB-4A2F-B853-475EA134D2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51AF-95F1-428C-9695-A939325864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83519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949F59-165B-46F4-AE2A-8994ADB4CA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2A6D391-C856-4F9D-95C9-8FB12728F8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457C7BD-7F5E-466C-BF44-17E980366B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BFCA045-E3F5-462C-BCF0-F603E899EF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156A5-F3EC-48FB-8574-275309479A4C}" type="datetimeFigureOut">
              <a:rPr lang="ko-KR" altLang="en-US" smtClean="0"/>
              <a:t>2020-05-27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D527600-084E-4CC9-81C2-7CDC9570FE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1FB2FA5-E609-4D97-A949-0D0A28F1DB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51AF-95F1-428C-9695-A939325864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81258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418CDC-C2C3-478B-A900-276C4E8CD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C3BE219-6095-4737-9C4A-9C0CBBD0793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3E73B5D-CE88-4E7F-8F16-2130A3844C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793CBC8-881E-4591-8781-C6D351F454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156A5-F3EC-48FB-8574-275309479A4C}" type="datetimeFigureOut">
              <a:rPr lang="ko-KR" altLang="en-US" smtClean="0"/>
              <a:t>2020-05-27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D39936E-5DD2-4266-A9F1-6C8A43B7C2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D5F546E-AE46-4EF9-AE80-1F5AC83993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51AF-95F1-428C-9695-A939325864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95218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05B95A-8257-4A22-90F6-7B4B9E0F8F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FD9D5EF-FDFE-460E-B8B1-A97AB886D6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EA80407-62AD-43BD-8BAD-05F0849403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156A5-F3EC-48FB-8574-275309479A4C}" type="datetimeFigureOut">
              <a:rPr lang="ko-KR" altLang="en-US" smtClean="0"/>
              <a:t>2020-05-27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AE56AA1-4333-4322-8000-EC227BCAC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3AD065-038C-4451-9D33-654FE04EE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51AF-95F1-428C-9695-A939325864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283957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AE6AC9F-C828-447C-B302-893F50AF647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8CE9CDB-24D6-4763-B93F-8D32F7A499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D3DB69-5D10-40B4-8AA0-9CFD49307B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156A5-F3EC-48FB-8574-275309479A4C}" type="datetimeFigureOut">
              <a:rPr lang="ko-KR" altLang="en-US" smtClean="0"/>
              <a:t>2020-05-27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33581A0-43F4-4A6C-8845-58E702A1C5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E46955B-C4FF-4784-A886-764A2A86A0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51AF-95F1-428C-9695-A939325864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18400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BB66BBF-203C-4325-A89B-CB511558B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663556B-1266-481A-991E-48140E8A7B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B992EF9-797B-4AB6-8E5E-132071C28E2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9156A5-F3EC-48FB-8574-275309479A4C}" type="datetimeFigureOut">
              <a:rPr lang="ko-KR" altLang="en-US" smtClean="0"/>
              <a:t>2020-05-27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96AA0CE-CEC1-4155-BCC1-CB2D7A4093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945CAB6-B195-4D34-819E-4BFF02FFBE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C851AF-95F1-428C-9695-A939325864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00915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1227993" y="1318846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 err="1"/>
              <a:t>Taemin’s</a:t>
            </a:r>
            <a:r>
              <a:rPr lang="en-US" altLang="ko-KR" sz="4000" b="1" dirty="0"/>
              <a:t> Portfolio</a:t>
            </a:r>
            <a:endParaRPr lang="ko-KR" altLang="en-US" b="1" dirty="0"/>
          </a:p>
        </p:txBody>
      </p:sp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0569827"/>
              </p:ext>
            </p:extLst>
          </p:nvPr>
        </p:nvGraphicFramePr>
        <p:xfrm>
          <a:off x="325319" y="5527236"/>
          <a:ext cx="11550164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7541">
                  <a:extLst>
                    <a:ext uri="{9D8B030D-6E8A-4147-A177-3AD203B41FA5}">
                      <a16:colId xmlns:a16="http://schemas.microsoft.com/office/drawing/2014/main" val="2952067407"/>
                    </a:ext>
                  </a:extLst>
                </a:gridCol>
                <a:gridCol w="2887541">
                  <a:extLst>
                    <a:ext uri="{9D8B030D-6E8A-4147-A177-3AD203B41FA5}">
                      <a16:colId xmlns:a16="http://schemas.microsoft.com/office/drawing/2014/main" val="4019793381"/>
                    </a:ext>
                  </a:extLst>
                </a:gridCol>
                <a:gridCol w="2887541">
                  <a:extLst>
                    <a:ext uri="{9D8B030D-6E8A-4147-A177-3AD203B41FA5}">
                      <a16:colId xmlns:a16="http://schemas.microsoft.com/office/drawing/2014/main" val="144326858"/>
                    </a:ext>
                  </a:extLst>
                </a:gridCol>
                <a:gridCol w="2887541">
                  <a:extLst>
                    <a:ext uri="{9D8B030D-6E8A-4147-A177-3AD203B41FA5}">
                      <a16:colId xmlns:a16="http://schemas.microsoft.com/office/drawing/2014/main" val="3945122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Document Name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Document</a:t>
                      </a:r>
                      <a:r>
                        <a:rPr lang="en-US" altLang="ko-KR" baseline="0" dirty="0">
                          <a:solidFill>
                            <a:schemeClr val="tx1"/>
                          </a:solidFill>
                        </a:rPr>
                        <a:t> Version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Last Updated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Author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2749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사이트맵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0.2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2020-05-27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91395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488890" y="2026732"/>
            <a:ext cx="434157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dirty="0"/>
              <a:t>Publisher Website Project</a:t>
            </a:r>
            <a:endParaRPr lang="ko-KR" altLang="en-US" sz="2800" dirty="0"/>
          </a:p>
        </p:txBody>
      </p:sp>
    </p:spTree>
    <p:extLst>
      <p:ext uri="{BB962C8B-B14F-4D97-AF65-F5344CB8AC3E}">
        <p14:creationId xmlns:p14="http://schemas.microsoft.com/office/powerpoint/2010/main" val="26119408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1227993" y="237392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/>
              <a:t>Document History</a:t>
            </a:r>
            <a:endParaRPr lang="ko-KR" altLang="en-US" sz="4000" b="1" dirty="0"/>
          </a:p>
        </p:txBody>
      </p:sp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2918080"/>
              </p:ext>
            </p:extLst>
          </p:nvPr>
        </p:nvGraphicFramePr>
        <p:xfrm>
          <a:off x="219403" y="1485899"/>
          <a:ext cx="11884673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2016">
                  <a:extLst>
                    <a:ext uri="{9D8B030D-6E8A-4147-A177-3AD203B41FA5}">
                      <a16:colId xmlns:a16="http://schemas.microsoft.com/office/drawing/2014/main" val="1146555182"/>
                    </a:ext>
                  </a:extLst>
                </a:gridCol>
                <a:gridCol w="4724452">
                  <a:extLst>
                    <a:ext uri="{9D8B030D-6E8A-4147-A177-3AD203B41FA5}">
                      <a16:colId xmlns:a16="http://schemas.microsoft.com/office/drawing/2014/main" val="1783202403"/>
                    </a:ext>
                  </a:extLst>
                </a:gridCol>
                <a:gridCol w="2453080">
                  <a:extLst>
                    <a:ext uri="{9D8B030D-6E8A-4147-A177-3AD203B41FA5}">
                      <a16:colId xmlns:a16="http://schemas.microsoft.com/office/drawing/2014/main" val="3182021886"/>
                    </a:ext>
                  </a:extLst>
                </a:gridCol>
                <a:gridCol w="2215125">
                  <a:extLst>
                    <a:ext uri="{9D8B030D-6E8A-4147-A177-3AD203B41FA5}">
                      <a16:colId xmlns:a16="http://schemas.microsoft.com/office/drawing/2014/main" val="1635392293"/>
                    </a:ext>
                  </a:extLst>
                </a:gridCol>
              </a:tblGrid>
              <a:tr h="370840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Storyboard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18564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사이트맵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2020-05-27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089867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문서번호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버 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0.2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0392813"/>
                  </a:ext>
                </a:extLst>
              </a:tr>
            </a:tbl>
          </a:graphicData>
        </a:graphic>
      </p:graphicFrame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7632071"/>
              </p:ext>
            </p:extLst>
          </p:nvPr>
        </p:nvGraphicFramePr>
        <p:xfrm>
          <a:off x="219403" y="2714092"/>
          <a:ext cx="11884673" cy="2110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9873">
                  <a:extLst>
                    <a:ext uri="{9D8B030D-6E8A-4147-A177-3AD203B41FA5}">
                      <a16:colId xmlns:a16="http://schemas.microsoft.com/office/drawing/2014/main" val="2587860644"/>
                    </a:ext>
                  </a:extLst>
                </a:gridCol>
                <a:gridCol w="1568434">
                  <a:extLst>
                    <a:ext uri="{9D8B030D-6E8A-4147-A177-3AD203B41FA5}">
                      <a16:colId xmlns:a16="http://schemas.microsoft.com/office/drawing/2014/main" val="3077660191"/>
                    </a:ext>
                  </a:extLst>
                </a:gridCol>
                <a:gridCol w="7413638">
                  <a:extLst>
                    <a:ext uri="{9D8B030D-6E8A-4147-A177-3AD203B41FA5}">
                      <a16:colId xmlns:a16="http://schemas.microsoft.com/office/drawing/2014/main" val="1147936979"/>
                    </a:ext>
                  </a:extLst>
                </a:gridCol>
                <a:gridCol w="1462728">
                  <a:extLst>
                    <a:ext uri="{9D8B030D-6E8A-4147-A177-3AD203B41FA5}">
                      <a16:colId xmlns:a16="http://schemas.microsoft.com/office/drawing/2014/main" val="811645528"/>
                    </a:ext>
                  </a:extLst>
                </a:gridCol>
              </a:tblGrid>
              <a:tr h="34898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버 전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일 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설 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7869805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0.1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2020-05-14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aseline="0" dirty="0">
                          <a:solidFill>
                            <a:schemeClr val="tx1"/>
                          </a:solidFill>
                        </a:rPr>
                        <a:t>사이트 맵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2275596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0.2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2020-05-27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dirty="0" smtClean="0">
                          <a:solidFill>
                            <a:schemeClr val="tx1"/>
                          </a:solidFill>
                        </a:rPr>
                        <a:t>페이지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추가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. (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도서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자료실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질문답변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동영상 강의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공지사항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이벤트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5913625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4558192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9568577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78209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16109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6DBD711-28D1-4456-9CC6-F5F3D8C1C5F1}"/>
              </a:ext>
            </a:extLst>
          </p:cNvPr>
          <p:cNvSpPr txBox="1"/>
          <p:nvPr/>
        </p:nvSpPr>
        <p:spPr>
          <a:xfrm>
            <a:off x="1227993" y="237392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dirty="0"/>
              <a:t>사이트 맵</a:t>
            </a:r>
            <a:endParaRPr lang="ko-KR" altLang="en-US" b="1" dirty="0"/>
          </a:p>
        </p:txBody>
      </p:sp>
      <p:graphicFrame>
        <p:nvGraphicFramePr>
          <p:cNvPr id="9" name="표 10">
            <a:extLst>
              <a:ext uri="{FF2B5EF4-FFF2-40B4-BE49-F238E27FC236}">
                <a16:creationId xmlns:a16="http://schemas.microsoft.com/office/drawing/2014/main" id="{1ACA14CC-5A0A-452B-BD44-990B195517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3725362"/>
              </p:ext>
            </p:extLst>
          </p:nvPr>
        </p:nvGraphicFramePr>
        <p:xfrm>
          <a:off x="246782" y="1475508"/>
          <a:ext cx="11668130" cy="1436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3626">
                  <a:extLst>
                    <a:ext uri="{9D8B030D-6E8A-4147-A177-3AD203B41FA5}">
                      <a16:colId xmlns:a16="http://schemas.microsoft.com/office/drawing/2014/main" val="430404117"/>
                    </a:ext>
                  </a:extLst>
                </a:gridCol>
                <a:gridCol w="2333626">
                  <a:extLst>
                    <a:ext uri="{9D8B030D-6E8A-4147-A177-3AD203B41FA5}">
                      <a16:colId xmlns:a16="http://schemas.microsoft.com/office/drawing/2014/main" val="4046206806"/>
                    </a:ext>
                  </a:extLst>
                </a:gridCol>
                <a:gridCol w="2333626">
                  <a:extLst>
                    <a:ext uri="{9D8B030D-6E8A-4147-A177-3AD203B41FA5}">
                      <a16:colId xmlns:a16="http://schemas.microsoft.com/office/drawing/2014/main" val="855837113"/>
                    </a:ext>
                  </a:extLst>
                </a:gridCol>
                <a:gridCol w="2333626">
                  <a:extLst>
                    <a:ext uri="{9D8B030D-6E8A-4147-A177-3AD203B41FA5}">
                      <a16:colId xmlns:a16="http://schemas.microsoft.com/office/drawing/2014/main" val="3091259341"/>
                    </a:ext>
                  </a:extLst>
                </a:gridCol>
                <a:gridCol w="2333626">
                  <a:extLst>
                    <a:ext uri="{9D8B030D-6E8A-4147-A177-3AD203B41FA5}">
                      <a16:colId xmlns:a16="http://schemas.microsoft.com/office/drawing/2014/main" val="359784997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회사소개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도서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자료실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질문답변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3087256"/>
                  </a:ext>
                </a:extLst>
              </a:tr>
              <a:tr h="1131837">
                <a:tc>
                  <a:txBody>
                    <a:bodyPr/>
                    <a:lstStyle/>
                    <a:p>
                      <a:pPr marL="285750" indent="-2857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100" dirty="0"/>
                        <a:t>약관 및 개인정보취급동의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100" dirty="0"/>
                        <a:t>회원 가입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100" dirty="0"/>
                        <a:t>가입 완료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100" dirty="0"/>
                        <a:t>회사소개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100" dirty="0"/>
                        <a:t>찾아오시는 길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100" dirty="0"/>
                        <a:t>도서 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목록</a:t>
                      </a:r>
                      <a:r>
                        <a:rPr lang="en-US" altLang="ko-KR" sz="1100" dirty="0"/>
                        <a:t>)</a:t>
                      </a:r>
                    </a:p>
                    <a:p>
                      <a:pPr marL="268288" indent="-176213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/>
                        <a:t>도서 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상세</a:t>
                      </a:r>
                      <a:r>
                        <a:rPr lang="en-US" altLang="ko-KR" sz="1100" dirty="0"/>
                        <a:t>)</a:t>
                      </a:r>
                      <a:endParaRPr lang="ko-KR" altLang="en-US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100" dirty="0"/>
                        <a:t>자료실 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목록</a:t>
                      </a:r>
                      <a:r>
                        <a:rPr lang="en-US" altLang="ko-KR" sz="1100" dirty="0"/>
                        <a:t>)</a:t>
                      </a:r>
                    </a:p>
                    <a:p>
                      <a:pPr marL="0" indent="0" latinLnBrk="1">
                        <a:buFont typeface="Wingdings" panose="05000000000000000000" pitchFamily="2" charset="2"/>
                        <a:buNone/>
                      </a:pPr>
                      <a:endParaRPr lang="ko-KR" altLang="en-US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100" dirty="0"/>
                        <a:t>질문답변 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목록</a:t>
                      </a:r>
                      <a:r>
                        <a:rPr lang="en-US" altLang="ko-KR" sz="1100" dirty="0"/>
                        <a:t>)</a:t>
                      </a:r>
                    </a:p>
                    <a:p>
                      <a:pPr marL="268288" indent="-176213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/>
                        <a:t>질문답변 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상세</a:t>
                      </a:r>
                      <a:r>
                        <a:rPr lang="en-US" altLang="ko-KR" sz="1100" dirty="0"/>
                        <a:t>)</a:t>
                      </a:r>
                    </a:p>
                    <a:p>
                      <a:pPr marL="360363" indent="-184150" latinLnBrk="1">
                        <a:buFont typeface="Wingdings" panose="05000000000000000000" pitchFamily="2" charset="2"/>
                        <a:buChar char="ü"/>
                      </a:pPr>
                      <a:r>
                        <a:rPr lang="ko-KR" altLang="en-US" sz="1100" dirty="0"/>
                        <a:t>질문답변 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수정</a:t>
                      </a:r>
                      <a:r>
                        <a:rPr lang="en-US" altLang="ko-KR" sz="1100" dirty="0"/>
                        <a:t>)</a:t>
                      </a:r>
                    </a:p>
                    <a:p>
                      <a:pPr marL="268288" indent="-176213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/>
                        <a:t>질문답변 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쓰기</a:t>
                      </a:r>
                      <a:r>
                        <a:rPr lang="en-US" altLang="ko-KR" sz="1100" dirty="0"/>
                        <a:t>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8633443"/>
                  </a:ext>
                </a:extLst>
              </a:tr>
            </a:tbl>
          </a:graphicData>
        </a:graphic>
      </p:graphicFrame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6A5E0E08-D771-4E79-9ADF-0566233FD9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5922483"/>
              </p:ext>
            </p:extLst>
          </p:nvPr>
        </p:nvGraphicFramePr>
        <p:xfrm>
          <a:off x="246781" y="3210537"/>
          <a:ext cx="11668130" cy="1436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3626">
                  <a:extLst>
                    <a:ext uri="{9D8B030D-6E8A-4147-A177-3AD203B41FA5}">
                      <a16:colId xmlns:a16="http://schemas.microsoft.com/office/drawing/2014/main" val="3202646666"/>
                    </a:ext>
                  </a:extLst>
                </a:gridCol>
                <a:gridCol w="2333626">
                  <a:extLst>
                    <a:ext uri="{9D8B030D-6E8A-4147-A177-3AD203B41FA5}">
                      <a16:colId xmlns:a16="http://schemas.microsoft.com/office/drawing/2014/main" val="2570814705"/>
                    </a:ext>
                  </a:extLst>
                </a:gridCol>
                <a:gridCol w="2333626">
                  <a:extLst>
                    <a:ext uri="{9D8B030D-6E8A-4147-A177-3AD203B41FA5}">
                      <a16:colId xmlns:a16="http://schemas.microsoft.com/office/drawing/2014/main" val="306342332"/>
                    </a:ext>
                  </a:extLst>
                </a:gridCol>
                <a:gridCol w="2333626">
                  <a:extLst>
                    <a:ext uri="{9D8B030D-6E8A-4147-A177-3AD203B41FA5}">
                      <a16:colId xmlns:a16="http://schemas.microsoft.com/office/drawing/2014/main" val="2168755913"/>
                    </a:ext>
                  </a:extLst>
                </a:gridCol>
                <a:gridCol w="2333626">
                  <a:extLst>
                    <a:ext uri="{9D8B030D-6E8A-4147-A177-3AD203B41FA5}">
                      <a16:colId xmlns:a16="http://schemas.microsoft.com/office/drawing/2014/main" val="831965974"/>
                    </a:ext>
                  </a:extLst>
                </a:gridCol>
              </a:tblGrid>
              <a:tr h="18072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동영상 강의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공지사항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이벤트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관리페이지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6158535"/>
                  </a:ext>
                </a:extLst>
              </a:tr>
              <a:tr h="1131837">
                <a:tc>
                  <a:txBody>
                    <a:bodyPr/>
                    <a:lstStyle/>
                    <a:p>
                      <a:pPr marL="171450" indent="-1714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100" dirty="0"/>
                        <a:t>동영상 강의 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목록</a:t>
                      </a:r>
                      <a:r>
                        <a:rPr lang="en-US" altLang="ko-KR" sz="1100" dirty="0"/>
                        <a:t>)</a:t>
                      </a:r>
                    </a:p>
                    <a:p>
                      <a:pPr marL="268288" indent="-176213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/>
                        <a:t>동영상 강의 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상세</a:t>
                      </a:r>
                      <a:r>
                        <a:rPr lang="en-US" altLang="ko-KR" sz="1100" dirty="0"/>
                        <a:t>)</a:t>
                      </a:r>
                    </a:p>
                    <a:p>
                      <a:pPr marL="0" indent="0" latinLnBrk="1">
                        <a:buFont typeface="Wingdings" panose="05000000000000000000" pitchFamily="2" charset="2"/>
                        <a:buNone/>
                      </a:pPr>
                      <a:endParaRPr lang="ko-KR" altLang="en-US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100" dirty="0"/>
                        <a:t>공지사항</a:t>
                      </a:r>
                      <a:r>
                        <a:rPr lang="en-US" altLang="ko-KR" sz="1100" dirty="0"/>
                        <a:t>/</a:t>
                      </a:r>
                      <a:r>
                        <a:rPr lang="ko-KR" altLang="en-US" sz="1100" dirty="0"/>
                        <a:t>이벤트 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목록</a:t>
                      </a:r>
                      <a:r>
                        <a:rPr lang="en-US" altLang="ko-KR" sz="1100" dirty="0"/>
                        <a:t>)</a:t>
                      </a:r>
                    </a:p>
                    <a:p>
                      <a:pPr marL="268288" indent="-176213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/>
                        <a:t>공지사항</a:t>
                      </a:r>
                      <a:r>
                        <a:rPr lang="en-US" altLang="ko-KR" sz="1100" dirty="0"/>
                        <a:t>/</a:t>
                      </a:r>
                      <a:r>
                        <a:rPr lang="ko-KR" altLang="en-US" sz="1100" dirty="0"/>
                        <a:t>이벤트 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상세</a:t>
                      </a:r>
                      <a:r>
                        <a:rPr lang="en-US" altLang="ko-KR" sz="1100" dirty="0"/>
                        <a:t>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100" dirty="0"/>
                        <a:t>아이디 찾기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100" dirty="0"/>
                        <a:t>비밀번호 찾기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100" dirty="0"/>
                        <a:t>회원가입</a:t>
                      </a:r>
                      <a:endParaRPr lang="en-US" altLang="ko-KR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100" dirty="0"/>
                        <a:t>회원정보변경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100" dirty="0"/>
                        <a:t>회원 탈퇴</a:t>
                      </a:r>
                      <a:endParaRPr lang="en-US" altLang="ko-KR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100" dirty="0"/>
                        <a:t>회원 관리</a:t>
                      </a:r>
                      <a:endParaRPr lang="en-US" altLang="ko-KR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01192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156716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157</TotalTime>
  <Words>153</Words>
  <Application>Microsoft Office PowerPoint</Application>
  <PresentationFormat>와이드스크린</PresentationFormat>
  <Paragraphs>64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7" baseType="lpstr">
      <vt:lpstr>맑은 고딕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GDJ25</dc:creator>
  <cp:lastModifiedBy>Ha Tae Min</cp:lastModifiedBy>
  <cp:revision>24</cp:revision>
  <dcterms:created xsi:type="dcterms:W3CDTF">2020-05-13T06:37:49Z</dcterms:created>
  <dcterms:modified xsi:type="dcterms:W3CDTF">2020-05-27T12:39:47Z</dcterms:modified>
</cp:coreProperties>
</file>