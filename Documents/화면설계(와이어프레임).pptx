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34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812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000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2020-05-04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29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2020-05-04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318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2020-05-04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89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2020-05-04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368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2020-05-04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497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2020-05-04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29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96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10A2-1868-4C8C-9F00-753B47F5FC10}" type="datetimeFigureOut">
              <a:rPr lang="ko-KR" altLang="en-US" smtClean="0"/>
              <a:t>2020-05-04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833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F10A2-1868-4C8C-9F00-753B47F5FC10}" type="datetimeFigureOut">
              <a:rPr lang="ko-KR" altLang="en-US" smtClean="0"/>
              <a:t>2020-05-04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F6E86-0A7D-4D23-AA58-1E95C8FAA3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8662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646"/>
            <a:ext cx="7508631" cy="5996354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907827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5223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4750777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문서 코드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파일명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F-11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index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메인 페이지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하 태민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594903"/>
              </p:ext>
            </p:extLst>
          </p:nvPr>
        </p:nvGraphicFramePr>
        <p:xfrm>
          <a:off x="7652239" y="861646"/>
          <a:ext cx="4539762" cy="5369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415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791308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004039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회원가입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en-US" altLang="ko-KR" sz="1100" dirty="0" err="1" smtClean="0">
                          <a:solidFill>
                            <a:schemeClr val="tx1"/>
                          </a:solidFill>
                        </a:rPr>
                        <a:t>agree_form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로그인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en-US" altLang="ko-KR" sz="1100" baseline="0" dirty="0" err="1" smtClean="0">
                          <a:solidFill>
                            <a:schemeClr val="tx1"/>
                          </a:solidFill>
                        </a:rPr>
                        <a:t>login_form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상단 탭 메뉴와 검색 창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메뉴 클릭 시 각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228600" indent="-228600" algn="l" latinLnBrk="1">
                        <a:buFontTx/>
                        <a:buAutoNum type="arabicParenR"/>
                      </a:pP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회사소개 </a:t>
                      </a: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–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aseline="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</a:rPr>
                        <a:t> : company</a:t>
                      </a:r>
                    </a:p>
                    <a:p>
                      <a:pPr marL="228600" indent="-228600" algn="l" latinLnBrk="1">
                        <a:buFontTx/>
                        <a:buAutoNum type="arabicParenR"/>
                      </a:pP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</a:rPr>
                        <a:t>자료실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en-US" altLang="ko-KR" sz="1000" baseline="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en-US" altLang="ko-KR" sz="1000" baseline="0" dirty="0" err="1" smtClean="0">
                          <a:solidFill>
                            <a:schemeClr val="tx1"/>
                          </a:solidFill>
                        </a:rPr>
                        <a:t>pds</a:t>
                      </a:r>
                      <a:endParaRPr lang="en-US" altLang="ko-KR" sz="10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 latinLnBrk="1">
                        <a:buFontTx/>
                        <a:buAutoNum type="arabicParenR"/>
                      </a:pP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</a:rPr>
                        <a:t>질문답변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en-US" altLang="ko-KR" sz="1000" baseline="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en-US" altLang="ko-KR" sz="1000" baseline="0" dirty="0" err="1" smtClean="0">
                          <a:solidFill>
                            <a:schemeClr val="tx1"/>
                          </a:solidFill>
                        </a:rPr>
                        <a:t>ans_board</a:t>
                      </a:r>
                      <a:endParaRPr lang="en-US" altLang="ko-KR" sz="10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28600" indent="-228600" algn="l" latinLnBrk="1">
                        <a:buFontTx/>
                        <a:buAutoNum type="arabicParenR"/>
                      </a:pPr>
                      <a:r>
                        <a:rPr lang="ko-KR" altLang="en-US" sz="1000" baseline="0" dirty="0" smtClean="0">
                          <a:solidFill>
                            <a:schemeClr val="tx1"/>
                          </a:solidFill>
                        </a:rPr>
                        <a:t>동영상 강의 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</a:rPr>
                        <a:t>– </a:t>
                      </a:r>
                      <a:r>
                        <a:rPr lang="en-US" altLang="ko-KR" sz="1000" baseline="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000" baseline="0" dirty="0" smtClean="0">
                          <a:solidFill>
                            <a:schemeClr val="tx1"/>
                          </a:solidFill>
                        </a:rPr>
                        <a:t> : online</a:t>
                      </a:r>
                    </a:p>
                    <a:p>
                      <a:pPr marL="228600" indent="-228600" algn="l" latinLnBrk="1">
                        <a:buFontTx/>
                        <a:buAutoNum type="arabicParenR"/>
                      </a:pPr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도서명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저자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등 검색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출판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된 책 목록</a:t>
                      </a:r>
                      <a:endParaRPr lang="en-US" altLang="ko-KR" sz="11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양 방향 아이콘으로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슬라이드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책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클릭 시 책 소개 페이지로 이동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공지사항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이벤트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가장 최근의 공지사항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이벤트를 출력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오른쪽 상단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아이콘 클릭 시 공지사항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이벤트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18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출판사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SNS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클릭 시 해당 출판사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SNS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717693"/>
                  </a:ext>
                </a:extLst>
              </a:tr>
            </a:tbl>
          </a:graphicData>
        </a:graphic>
      </p:graphicFrame>
      <p:sp>
        <p:nvSpPr>
          <p:cNvPr id="9" name="타원 8"/>
          <p:cNvSpPr/>
          <p:nvPr/>
        </p:nvSpPr>
        <p:spPr>
          <a:xfrm>
            <a:off x="5823439" y="110499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0" name="타원 9"/>
          <p:cNvSpPr/>
          <p:nvPr/>
        </p:nvSpPr>
        <p:spPr>
          <a:xfrm>
            <a:off x="6899031" y="110499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219808" y="2206869"/>
            <a:ext cx="7077807" cy="22947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246187" y="173999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574432" y="1620904"/>
            <a:ext cx="6723183" cy="48358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272563" y="225874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19808" y="4553975"/>
            <a:ext cx="4677507" cy="19611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263771" y="459925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4958862" y="4555291"/>
            <a:ext cx="2338754" cy="19611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5007218" y="458606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819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516"/>
            <a:ext cx="7508631" cy="531861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954568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5223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4750777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문서 코드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파일명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F-12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 smtClean="0">
                          <a:solidFill>
                            <a:schemeClr val="tx1"/>
                          </a:solidFill>
                        </a:rPr>
                        <a:t>Login_form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로그인 페이지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하 태민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769929"/>
              </p:ext>
            </p:extLst>
          </p:nvPr>
        </p:nvGraphicFramePr>
        <p:xfrm>
          <a:off x="7652238" y="1200516"/>
          <a:ext cx="4539762" cy="34137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415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791308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004039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아이디 입력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5,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비밀번호 입력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8,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클릭 시 다음 로그인 할 때 아이디가 저장됨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입력된 정보가 있는 경우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메인 페이지로 이동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baseline="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: index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아이디 찾기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en-US" altLang="ko-KR" sz="1100" baseline="0" dirty="0" err="1" smtClean="0">
                          <a:solidFill>
                            <a:schemeClr val="tx1"/>
                          </a:solidFill>
                        </a:rPr>
                        <a:t>id_find_form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18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비밀번호 찾기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en-US" altLang="ko-KR" sz="1100" baseline="0" dirty="0" err="1" smtClean="0">
                          <a:solidFill>
                            <a:schemeClr val="tx1"/>
                          </a:solidFill>
                        </a:rPr>
                        <a:t>pwd_find_form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717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회원가입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en-US" altLang="ko-KR" sz="1100" dirty="0" err="1" smtClean="0">
                          <a:solidFill>
                            <a:schemeClr val="tx1"/>
                          </a:solidFill>
                        </a:rPr>
                        <a:t>agree_form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778229"/>
                  </a:ext>
                </a:extLst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2086708" y="360484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2086708" y="407679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2086707" y="447840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23" name="타원 22"/>
          <p:cNvSpPr/>
          <p:nvPr/>
        </p:nvSpPr>
        <p:spPr>
          <a:xfrm>
            <a:off x="5172807" y="4605890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4" name="타원 23"/>
          <p:cNvSpPr/>
          <p:nvPr/>
        </p:nvSpPr>
        <p:spPr>
          <a:xfrm>
            <a:off x="2086707" y="511692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25" name="타원 24"/>
          <p:cNvSpPr/>
          <p:nvPr/>
        </p:nvSpPr>
        <p:spPr>
          <a:xfrm>
            <a:off x="5172807" y="5124439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6" name="타원 25"/>
          <p:cNvSpPr/>
          <p:nvPr/>
        </p:nvSpPr>
        <p:spPr>
          <a:xfrm>
            <a:off x="2086707" y="546530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798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00516"/>
            <a:ext cx="7508629" cy="5318613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511671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5223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4750777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문서 코드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파일명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F-13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 smtClean="0">
                          <a:solidFill>
                            <a:schemeClr val="tx1"/>
                          </a:solidFill>
                        </a:rPr>
                        <a:t>id_find_form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아이디 찾기 페이지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하 태민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502495"/>
              </p:ext>
            </p:extLst>
          </p:nvPr>
        </p:nvGraphicFramePr>
        <p:xfrm>
          <a:off x="7652238" y="1200516"/>
          <a:ext cx="4539762" cy="3398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415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791308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004039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이메일 주소 형식 입력 가능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자리 인증번호 입력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이메일 주소 형식이 맞으면 인증번호를 이메일 전송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이메일 주소 형식이 맞지 않으면 브라우저 기능의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alert 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표시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인증번호가 맞으면 아이디를 알려주는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인증번호가 맞지 않으면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alert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팝업으로 안내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: index</a:t>
                      </a:r>
                      <a:endParaRPr lang="ko-KR" altLang="en-US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189799"/>
                  </a:ext>
                </a:extLst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2086708" y="4070841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2086708" y="4543240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5207976" y="4539950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2" name="타원 11"/>
          <p:cNvSpPr/>
          <p:nvPr/>
        </p:nvSpPr>
        <p:spPr>
          <a:xfrm>
            <a:off x="2086708" y="517352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5207976" y="517352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810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200516"/>
            <a:ext cx="7508629" cy="531861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16411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5223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4750777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문서 코드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파일명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F-14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 smtClean="0">
                          <a:solidFill>
                            <a:schemeClr val="tx1"/>
                          </a:solidFill>
                        </a:rPr>
                        <a:t>pwd_find_form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비밀번호 찾기 페이지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하 태민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831949"/>
              </p:ext>
            </p:extLst>
          </p:nvPr>
        </p:nvGraphicFramePr>
        <p:xfrm>
          <a:off x="7652238" y="1200516"/>
          <a:ext cx="4539762" cy="3769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415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791308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004039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아이디 형식 입력 가능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88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이메일 주소 형식 입력 가능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자리 인증번호 입력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아이디와 이메일 주소 형식이 맞으면 인증번호를 이메일 전송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아이디와 이메일 주소 형식이 맞지 않으면 브라우저 기능의 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alert 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표시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인증번호가 맞으면 패스워드 변경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인증번호가 맞지 않으면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alert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팝업으로 안내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: index</a:t>
                      </a:r>
                      <a:endParaRPr lang="ko-KR" altLang="en-US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189799"/>
                  </a:ext>
                </a:extLst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2086708" y="383344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2086708" y="426188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2086707" y="467660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2" name="타원 11"/>
          <p:cNvSpPr/>
          <p:nvPr/>
        </p:nvSpPr>
        <p:spPr>
          <a:xfrm>
            <a:off x="5207975" y="467660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2086708" y="524110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10" name="타원 9"/>
          <p:cNvSpPr/>
          <p:nvPr/>
        </p:nvSpPr>
        <p:spPr>
          <a:xfrm>
            <a:off x="5207975" y="5241103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005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517"/>
            <a:ext cx="7508630" cy="531861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642226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5223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4750777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문서 코드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파일명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F-15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 smtClean="0">
                          <a:solidFill>
                            <a:schemeClr val="tx1"/>
                          </a:solidFill>
                        </a:rPr>
                        <a:t>agree_form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회원가입 페이지 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약관동의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하 태민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70000"/>
              </p:ext>
            </p:extLst>
          </p:nvPr>
        </p:nvGraphicFramePr>
        <p:xfrm>
          <a:off x="7652238" y="1200517"/>
          <a:ext cx="4539762" cy="3007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415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791308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004039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이용 약관 동의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88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개인정보취급방침 동의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전체 약관 동의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약관에 전체 동의 하지 않는 경우 확인버튼 비 활성화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약관 전체 동의 한 경우 </a:t>
                      </a:r>
                      <a:r>
                        <a:rPr lang="ko-KR" altLang="en-US" sz="1100" baseline="0" dirty="0" err="1" smtClean="0">
                          <a:solidFill>
                            <a:schemeClr val="tx1"/>
                          </a:solidFill>
                        </a:rPr>
                        <a:t>정보입력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페이지로 이동</a:t>
                      </a:r>
                      <a:endParaRPr lang="en-US" altLang="ko-KR" sz="11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baseline="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en-US" altLang="ko-KR" sz="1100" baseline="0" dirty="0" err="1" smtClean="0">
                          <a:solidFill>
                            <a:schemeClr val="tx1"/>
                          </a:solidFill>
                        </a:rPr>
                        <a:t>join_form</a:t>
                      </a:r>
                      <a:endParaRPr lang="en-US" altLang="ko-KR" sz="1100" baseline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: index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5067303" y="360484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5067303" y="516636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4566142" y="549428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2" name="타원 11"/>
          <p:cNvSpPr/>
          <p:nvPr/>
        </p:nvSpPr>
        <p:spPr>
          <a:xfrm>
            <a:off x="2243506" y="588024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5067303" y="5880245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235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516"/>
            <a:ext cx="7508630" cy="531861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002523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5223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4750777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문서 코드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파일명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F-16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 smtClean="0">
                          <a:solidFill>
                            <a:schemeClr val="tx1"/>
                          </a:solidFill>
                        </a:rPr>
                        <a:t>join_form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회원가입 페이지 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정보입력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하 태민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867095"/>
              </p:ext>
            </p:extLst>
          </p:nvPr>
        </p:nvGraphicFramePr>
        <p:xfrm>
          <a:off x="7652238" y="1200516"/>
          <a:ext cx="4539762" cy="4399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415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791308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004039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아이디 입력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5,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88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아이디 중복 확인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이미 아이디가 존재 한 경우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alert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표시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아이디가 존재 하지 않는 경우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alert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표시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이메일 주소 형식 입력 가능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이미 이메일이 존재 한 경우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alert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표시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이메일이 존재 하지 않는 경우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alert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표시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비밀번호 입력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8,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5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비밀번호 확인 입력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최소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8,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자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18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모든 입력 정보가 입력 되면 가입 완료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lang="en-US" altLang="ko-KR" sz="1100" baseline="0" dirty="0" err="1" smtClean="0">
                          <a:solidFill>
                            <a:schemeClr val="tx1"/>
                          </a:solidFill>
                        </a:rPr>
                        <a:t>join_ok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216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: index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798759"/>
                  </a:ext>
                </a:extLst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1504951" y="3683971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5942131" y="368397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1504951" y="407589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2" name="타원 11"/>
          <p:cNvSpPr/>
          <p:nvPr/>
        </p:nvSpPr>
        <p:spPr>
          <a:xfrm>
            <a:off x="5942131" y="4078722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1504950" y="453472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10" name="타원 9"/>
          <p:cNvSpPr/>
          <p:nvPr/>
        </p:nvSpPr>
        <p:spPr>
          <a:xfrm>
            <a:off x="1504950" y="4926649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4" name="타원 13"/>
          <p:cNvSpPr/>
          <p:nvPr/>
        </p:nvSpPr>
        <p:spPr>
          <a:xfrm>
            <a:off x="2360735" y="572088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</a:t>
            </a:r>
            <a:endParaRPr lang="ko-KR" altLang="en-US" dirty="0"/>
          </a:p>
        </p:txBody>
      </p:sp>
      <p:sp>
        <p:nvSpPr>
          <p:cNvPr id="15" name="타원 14"/>
          <p:cNvSpPr/>
          <p:nvPr/>
        </p:nvSpPr>
        <p:spPr>
          <a:xfrm>
            <a:off x="5045319" y="5720888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713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516"/>
            <a:ext cx="7508630" cy="531861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505773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5223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4750777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문서 코드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파일명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F-17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 smtClean="0">
                          <a:solidFill>
                            <a:schemeClr val="tx1"/>
                          </a:solidFill>
                        </a:rPr>
                        <a:t>join_ok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회원가입 페이지 </a:t>
                      </a:r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가입완료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하 태민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16533"/>
              </p:ext>
            </p:extLst>
          </p:nvPr>
        </p:nvGraphicFramePr>
        <p:xfrm>
          <a:off x="7652238" y="1200516"/>
          <a:ext cx="4539762" cy="7975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415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791308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004039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 err="1" smtClean="0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: index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798759"/>
                  </a:ext>
                </a:extLst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2375390" y="572378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894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517"/>
            <a:ext cx="7508630" cy="531861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984326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5223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4750777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문서 코드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파일명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F-18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company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회사소개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하 태민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320577"/>
              </p:ext>
            </p:extLst>
          </p:nvPr>
        </p:nvGraphicFramePr>
        <p:xfrm>
          <a:off x="7652238" y="1200516"/>
          <a:ext cx="4539762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415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791308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004039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798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87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516"/>
            <a:ext cx="7508630" cy="531861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306506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5223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4750777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문서 코드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파일명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F-19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 smtClean="0">
                          <a:solidFill>
                            <a:schemeClr val="tx1"/>
                          </a:solidFill>
                        </a:rPr>
                        <a:t>pds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자료실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하 태민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442187"/>
              </p:ext>
            </p:extLst>
          </p:nvPr>
        </p:nvGraphicFramePr>
        <p:xfrm>
          <a:off x="7652238" y="1200516"/>
          <a:ext cx="4539762" cy="2077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415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791308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004039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</a:rPr>
                        <a:t>드롭박스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도서명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88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자료실 검색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자료실 컨텐츠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한 페이지당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컨텐츠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개 출력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페이지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4599845" y="305092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7129095" y="305092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555381" y="366199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2812069" y="607457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17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516"/>
            <a:ext cx="7508629" cy="5318611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851814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5223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4750777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문서 코드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파일명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F-20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 smtClean="0">
                          <a:solidFill>
                            <a:schemeClr val="tx1"/>
                          </a:solidFill>
                        </a:rPr>
                        <a:t>ans_board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질문답변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하 태민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396443"/>
              </p:ext>
            </p:extLst>
          </p:nvPr>
        </p:nvGraphicFramePr>
        <p:xfrm>
          <a:off x="7652238" y="1200516"/>
          <a:ext cx="4539762" cy="2413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415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791308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004039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</a:rPr>
                        <a:t>드롭박스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글쓴이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88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Q&amp;A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 검색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Q&amp;A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 게시판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한 페이지당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컨텐츠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개 출력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제목 클릭 시 관련 게시판 페이지로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페이지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4599842" y="305092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7129091" y="305092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555381" y="366199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2759317" y="606578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069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0516"/>
            <a:ext cx="7508629" cy="5318611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174495"/>
              </p:ext>
            </p:extLst>
          </p:nvPr>
        </p:nvGraphicFramePr>
        <p:xfrm>
          <a:off x="0" y="0"/>
          <a:ext cx="12192000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5223">
                  <a:extLst>
                    <a:ext uri="{9D8B030D-6E8A-4147-A177-3AD203B41FA5}">
                      <a16:colId xmlns:a16="http://schemas.microsoft.com/office/drawing/2014/main" val="3208971625"/>
                    </a:ext>
                  </a:extLst>
                </a:gridCol>
                <a:gridCol w="4750777">
                  <a:extLst>
                    <a:ext uri="{9D8B030D-6E8A-4147-A177-3AD203B41FA5}">
                      <a16:colId xmlns:a16="http://schemas.microsoft.com/office/drawing/2014/main" val="2054148690"/>
                    </a:ext>
                  </a:extLst>
                </a:gridCol>
                <a:gridCol w="4621823">
                  <a:extLst>
                    <a:ext uri="{9D8B030D-6E8A-4147-A177-3AD203B41FA5}">
                      <a16:colId xmlns:a16="http://schemas.microsoft.com/office/drawing/2014/main" val="1281498109"/>
                    </a:ext>
                  </a:extLst>
                </a:gridCol>
                <a:gridCol w="1474177">
                  <a:extLst>
                    <a:ext uri="{9D8B030D-6E8A-4147-A177-3AD203B41FA5}">
                      <a16:colId xmlns:a16="http://schemas.microsoft.com/office/drawing/2014/main" val="3474595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문서 코드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파일명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작성자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1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F-21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>
                          <a:solidFill>
                            <a:schemeClr val="tx1"/>
                          </a:solidFill>
                        </a:rPr>
                        <a:t>online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동영상 강의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>
                          <a:solidFill>
                            <a:schemeClr val="tx1"/>
                          </a:solidFill>
                        </a:rPr>
                        <a:t>하 태민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2503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971851"/>
              </p:ext>
            </p:extLst>
          </p:nvPr>
        </p:nvGraphicFramePr>
        <p:xfrm>
          <a:off x="7652238" y="1200516"/>
          <a:ext cx="4539762" cy="2580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415">
                  <a:extLst>
                    <a:ext uri="{9D8B030D-6E8A-4147-A177-3AD203B41FA5}">
                      <a16:colId xmlns:a16="http://schemas.microsoft.com/office/drawing/2014/main" val="3809828884"/>
                    </a:ext>
                  </a:extLst>
                </a:gridCol>
                <a:gridCol w="791308">
                  <a:extLst>
                    <a:ext uri="{9D8B030D-6E8A-4147-A177-3AD203B41FA5}">
                      <a16:colId xmlns:a16="http://schemas.microsoft.com/office/drawing/2014/main" val="3918799943"/>
                    </a:ext>
                  </a:extLst>
                </a:gridCol>
                <a:gridCol w="3004039">
                  <a:extLst>
                    <a:ext uri="{9D8B030D-6E8A-4147-A177-3AD203B41FA5}">
                      <a16:colId xmlns:a16="http://schemas.microsoft.com/office/drawing/2014/main" val="1481046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No.1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tx1"/>
                          </a:solidFill>
                        </a:rPr>
                        <a:t>CRUD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기능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781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</a:rPr>
                        <a:t>드롭박스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도서명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88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강의 검색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885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동영상 강의 컨텐츠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한 페이지당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컨텐츠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개 출력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제목 또는 이미지 클릭 시 관련 유튜브 주소로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375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페이지 이동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950322"/>
                  </a:ext>
                </a:extLst>
              </a:tr>
            </a:tbl>
          </a:graphicData>
        </a:graphic>
      </p:graphicFrame>
      <p:sp>
        <p:nvSpPr>
          <p:cNvPr id="19" name="타원 18"/>
          <p:cNvSpPr/>
          <p:nvPr/>
        </p:nvSpPr>
        <p:spPr>
          <a:xfrm>
            <a:off x="4599839" y="305092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7129089" y="3050924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555381" y="3661997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2812069" y="6074576"/>
            <a:ext cx="254977" cy="254977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621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753</Words>
  <Application>Microsoft Office PowerPoint</Application>
  <PresentationFormat>와이드스크린</PresentationFormat>
  <Paragraphs>328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 Tae Min</dc:creator>
  <cp:lastModifiedBy>Ha Tae Min</cp:lastModifiedBy>
  <cp:revision>18</cp:revision>
  <dcterms:created xsi:type="dcterms:W3CDTF">2020-05-04T01:46:29Z</dcterms:created>
  <dcterms:modified xsi:type="dcterms:W3CDTF">2020-05-04T07:32:22Z</dcterms:modified>
</cp:coreProperties>
</file>