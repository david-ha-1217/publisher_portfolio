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5" r:id="rId5"/>
    <p:sldId id="266" r:id="rId6"/>
    <p:sldId id="267" r:id="rId7"/>
    <p:sldId id="268" r:id="rId8"/>
    <p:sldId id="269" r:id="rId9"/>
    <p:sldId id="270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320" autoAdjust="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8FE3C-1C26-43E1-BFCC-467E05BDA6F5}" type="datetimeFigureOut">
              <a:rPr lang="ko-KR" altLang="en-US" smtClean="0"/>
              <a:t>2020-05-29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8330E-787A-4096-A56F-DE211652F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967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8FE3C-1C26-43E1-BFCC-467E05BDA6F5}" type="datetimeFigureOut">
              <a:rPr lang="ko-KR" altLang="en-US" smtClean="0"/>
              <a:t>2020-05-29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8330E-787A-4096-A56F-DE211652F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097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8FE3C-1C26-43E1-BFCC-467E05BDA6F5}" type="datetimeFigureOut">
              <a:rPr lang="ko-KR" altLang="en-US" smtClean="0"/>
              <a:t>2020-05-29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8330E-787A-4096-A56F-DE211652F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2255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8FE3C-1C26-43E1-BFCC-467E05BDA6F5}" type="datetimeFigureOut">
              <a:rPr lang="ko-KR" altLang="en-US" smtClean="0"/>
              <a:t>2020-05-29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8330E-787A-4096-A56F-DE211652F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311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8FE3C-1C26-43E1-BFCC-467E05BDA6F5}" type="datetimeFigureOut">
              <a:rPr lang="ko-KR" altLang="en-US" smtClean="0"/>
              <a:t>2020-05-29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8330E-787A-4096-A56F-DE211652F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525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8FE3C-1C26-43E1-BFCC-467E05BDA6F5}" type="datetimeFigureOut">
              <a:rPr lang="ko-KR" altLang="en-US" smtClean="0"/>
              <a:t>2020-05-29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8330E-787A-4096-A56F-DE211652F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430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8FE3C-1C26-43E1-BFCC-467E05BDA6F5}" type="datetimeFigureOut">
              <a:rPr lang="ko-KR" altLang="en-US" smtClean="0"/>
              <a:t>2020-05-29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8330E-787A-4096-A56F-DE211652F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63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8FE3C-1C26-43E1-BFCC-467E05BDA6F5}" type="datetimeFigureOut">
              <a:rPr lang="ko-KR" altLang="en-US" smtClean="0"/>
              <a:t>2020-05-29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8330E-787A-4096-A56F-DE211652F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732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8FE3C-1C26-43E1-BFCC-467E05BDA6F5}" type="datetimeFigureOut">
              <a:rPr lang="ko-KR" altLang="en-US" smtClean="0"/>
              <a:t>2020-05-29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8330E-787A-4096-A56F-DE211652F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3636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8FE3C-1C26-43E1-BFCC-467E05BDA6F5}" type="datetimeFigureOut">
              <a:rPr lang="ko-KR" altLang="en-US" smtClean="0"/>
              <a:t>2020-05-29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8330E-787A-4096-A56F-DE211652F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95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8FE3C-1C26-43E1-BFCC-467E05BDA6F5}" type="datetimeFigureOut">
              <a:rPr lang="ko-KR" altLang="en-US" smtClean="0"/>
              <a:t>2020-05-29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8330E-787A-4096-A56F-DE211652F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398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38FE3C-1C26-43E1-BFCC-467E05BDA6F5}" type="datetimeFigureOut">
              <a:rPr lang="ko-KR" altLang="en-US" smtClean="0"/>
              <a:t>2020-05-29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98330E-787A-4096-A56F-DE211652F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1997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27993" y="1081453"/>
            <a:ext cx="10964007" cy="791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227993" y="1318846"/>
            <a:ext cx="4749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err="1"/>
              <a:t>Taemin’s</a:t>
            </a:r>
            <a:r>
              <a:rPr lang="en-US" altLang="ko-KR" sz="4000" b="1" dirty="0"/>
              <a:t> Portfolio</a:t>
            </a:r>
            <a:endParaRPr lang="ko-KR" altLang="en-US" b="1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630161"/>
              </p:ext>
            </p:extLst>
          </p:nvPr>
        </p:nvGraphicFramePr>
        <p:xfrm>
          <a:off x="325319" y="5527236"/>
          <a:ext cx="1155016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7541">
                  <a:extLst>
                    <a:ext uri="{9D8B030D-6E8A-4147-A177-3AD203B41FA5}">
                      <a16:colId xmlns:a16="http://schemas.microsoft.com/office/drawing/2014/main" val="2952067407"/>
                    </a:ext>
                  </a:extLst>
                </a:gridCol>
                <a:gridCol w="2887541">
                  <a:extLst>
                    <a:ext uri="{9D8B030D-6E8A-4147-A177-3AD203B41FA5}">
                      <a16:colId xmlns:a16="http://schemas.microsoft.com/office/drawing/2014/main" val="4019793381"/>
                    </a:ext>
                  </a:extLst>
                </a:gridCol>
                <a:gridCol w="2887541">
                  <a:extLst>
                    <a:ext uri="{9D8B030D-6E8A-4147-A177-3AD203B41FA5}">
                      <a16:colId xmlns:a16="http://schemas.microsoft.com/office/drawing/2014/main" val="144326858"/>
                    </a:ext>
                  </a:extLst>
                </a:gridCol>
                <a:gridCol w="2887541">
                  <a:extLst>
                    <a:ext uri="{9D8B030D-6E8A-4147-A177-3AD203B41FA5}">
                      <a16:colId xmlns:a16="http://schemas.microsoft.com/office/drawing/2014/main" val="3945122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Document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Document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</a:rPr>
                        <a:t> Version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Last Updated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Author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749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정보구조설계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흐름도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2020-05-29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1395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488890" y="2026732"/>
            <a:ext cx="4341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Publisher Website Project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642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27993" y="1081453"/>
            <a:ext cx="10964007" cy="791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227993" y="237392"/>
            <a:ext cx="4749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Document History</a:t>
            </a:r>
            <a:endParaRPr lang="ko-KR" altLang="en-US" sz="4000" b="1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880360"/>
              </p:ext>
            </p:extLst>
          </p:nvPr>
        </p:nvGraphicFramePr>
        <p:xfrm>
          <a:off x="219403" y="1485899"/>
          <a:ext cx="1188467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2016">
                  <a:extLst>
                    <a:ext uri="{9D8B030D-6E8A-4147-A177-3AD203B41FA5}">
                      <a16:colId xmlns:a16="http://schemas.microsoft.com/office/drawing/2014/main" val="1146555182"/>
                    </a:ext>
                  </a:extLst>
                </a:gridCol>
                <a:gridCol w="4724452">
                  <a:extLst>
                    <a:ext uri="{9D8B030D-6E8A-4147-A177-3AD203B41FA5}">
                      <a16:colId xmlns:a16="http://schemas.microsoft.com/office/drawing/2014/main" val="1783202403"/>
                    </a:ext>
                  </a:extLst>
                </a:gridCol>
                <a:gridCol w="2453080">
                  <a:extLst>
                    <a:ext uri="{9D8B030D-6E8A-4147-A177-3AD203B41FA5}">
                      <a16:colId xmlns:a16="http://schemas.microsoft.com/office/drawing/2014/main" val="3182021886"/>
                    </a:ext>
                  </a:extLst>
                </a:gridCol>
                <a:gridCol w="2215125">
                  <a:extLst>
                    <a:ext uri="{9D8B030D-6E8A-4147-A177-3AD203B41FA5}">
                      <a16:colId xmlns:a16="http://schemas.microsoft.com/office/drawing/2014/main" val="1635392293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Storyboard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856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 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정보구조설계</a:t>
                      </a:r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흐름도</a:t>
                      </a:r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2020-05-29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986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문서번호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버 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0.2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0392813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632068"/>
              </p:ext>
            </p:extLst>
          </p:nvPr>
        </p:nvGraphicFramePr>
        <p:xfrm>
          <a:off x="219403" y="2714092"/>
          <a:ext cx="11884673" cy="2110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873">
                  <a:extLst>
                    <a:ext uri="{9D8B030D-6E8A-4147-A177-3AD203B41FA5}">
                      <a16:colId xmlns:a16="http://schemas.microsoft.com/office/drawing/2014/main" val="2587860644"/>
                    </a:ext>
                  </a:extLst>
                </a:gridCol>
                <a:gridCol w="1568434">
                  <a:extLst>
                    <a:ext uri="{9D8B030D-6E8A-4147-A177-3AD203B41FA5}">
                      <a16:colId xmlns:a16="http://schemas.microsoft.com/office/drawing/2014/main" val="3077660191"/>
                    </a:ext>
                  </a:extLst>
                </a:gridCol>
                <a:gridCol w="7413638">
                  <a:extLst>
                    <a:ext uri="{9D8B030D-6E8A-4147-A177-3AD203B41FA5}">
                      <a16:colId xmlns:a16="http://schemas.microsoft.com/office/drawing/2014/main" val="1147936979"/>
                    </a:ext>
                  </a:extLst>
                </a:gridCol>
                <a:gridCol w="1462728">
                  <a:extLst>
                    <a:ext uri="{9D8B030D-6E8A-4147-A177-3AD203B41FA5}">
                      <a16:colId xmlns:a16="http://schemas.microsoft.com/office/drawing/2014/main" val="811645528"/>
                    </a:ext>
                  </a:extLst>
                </a:gridCol>
              </a:tblGrid>
              <a:tr h="3489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버 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일 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설 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869805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0.1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2020-05-07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aseline="0" dirty="0" smtClean="0">
                          <a:solidFill>
                            <a:schemeClr val="tx1"/>
                          </a:solidFill>
                        </a:rPr>
                        <a:t>정보구조설계</a:t>
                      </a:r>
                      <a:r>
                        <a:rPr lang="en-US" altLang="ko-KR" sz="1600" baseline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aseline="0" dirty="0" smtClean="0">
                          <a:solidFill>
                            <a:schemeClr val="tx1"/>
                          </a:solidFill>
                        </a:rPr>
                        <a:t>흐름도</a:t>
                      </a:r>
                      <a:r>
                        <a:rPr lang="en-US" altLang="ko-KR" sz="160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6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작성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275596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0.2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2020-05-29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온라인 다이어그램 툴</a:t>
                      </a:r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(draw.io)</a:t>
                      </a: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을 활용하여 </a:t>
                      </a:r>
                      <a:r>
                        <a:rPr lang="ko-KR" altLang="en-US" sz="1600" dirty="0" err="1" smtClean="0">
                          <a:solidFill>
                            <a:schemeClr val="tx1"/>
                          </a:solidFill>
                        </a:rPr>
                        <a:t>재작성</a:t>
                      </a:r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하 태민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913625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558192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568577"/>
                  </a:ext>
                </a:extLst>
              </a:tr>
              <a:tr h="348989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820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1575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27993" y="1081453"/>
            <a:ext cx="10964007" cy="791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227993" y="237392"/>
            <a:ext cx="4749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 smtClean="0"/>
              <a:t>로그인</a:t>
            </a:r>
            <a:endParaRPr lang="ko-KR" altLang="en-US" sz="4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993" y="1555187"/>
            <a:ext cx="10058400" cy="496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502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27993" y="1081453"/>
            <a:ext cx="10964007" cy="791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227993" y="237392"/>
            <a:ext cx="4749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 smtClean="0"/>
              <a:t>회원가입</a:t>
            </a:r>
            <a:endParaRPr lang="ko-KR" altLang="en-US" sz="4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993" y="1529862"/>
            <a:ext cx="10058400" cy="495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770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27993" y="1081453"/>
            <a:ext cx="10964007" cy="791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227993" y="237392"/>
            <a:ext cx="4749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 smtClean="0"/>
              <a:t>도서</a:t>
            </a:r>
            <a:endParaRPr lang="ko-KR" altLang="en-US" sz="4000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993" y="1680065"/>
            <a:ext cx="10058400" cy="470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930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27993" y="1081453"/>
            <a:ext cx="10964007" cy="791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227993" y="237392"/>
            <a:ext cx="4749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 smtClean="0"/>
              <a:t>자료실</a:t>
            </a:r>
            <a:endParaRPr lang="ko-KR" altLang="en-US" sz="4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993" y="1521069"/>
            <a:ext cx="9514142" cy="498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160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27993" y="1081453"/>
            <a:ext cx="10964007" cy="791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227993" y="237392"/>
            <a:ext cx="4749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 smtClean="0"/>
              <a:t>질문답변</a:t>
            </a:r>
            <a:endParaRPr lang="ko-KR" altLang="en-US" sz="4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993" y="1502017"/>
            <a:ext cx="10058400" cy="498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079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27993" y="1081453"/>
            <a:ext cx="10964007" cy="791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227993" y="237392"/>
            <a:ext cx="4749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 smtClean="0"/>
              <a:t>동영상 강의</a:t>
            </a:r>
            <a:endParaRPr lang="ko-KR" altLang="en-US" sz="4000" b="1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993" y="1537189"/>
            <a:ext cx="10058400" cy="498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750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27993" y="1081453"/>
            <a:ext cx="10964007" cy="791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227993" y="237392"/>
            <a:ext cx="4749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 smtClean="0"/>
              <a:t>공지사항</a:t>
            </a:r>
            <a:r>
              <a:rPr lang="en-US" altLang="ko-KR" sz="4000" b="1" dirty="0" smtClean="0"/>
              <a:t>/</a:t>
            </a:r>
            <a:r>
              <a:rPr lang="ko-KR" altLang="en-US" sz="4000" b="1" dirty="0" smtClean="0"/>
              <a:t>이벤트</a:t>
            </a:r>
            <a:endParaRPr lang="ko-KR" altLang="en-US" sz="4000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993" y="1545981"/>
            <a:ext cx="10058400" cy="488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971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76</Words>
  <Application>Microsoft Office PowerPoint</Application>
  <PresentationFormat>와이드스크린</PresentationFormat>
  <Paragraphs>38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출판사 Site</dc:title>
  <dc:creator>Ha Tae Min</dc:creator>
  <cp:lastModifiedBy>Ha Tae Min</cp:lastModifiedBy>
  <cp:revision>34</cp:revision>
  <dcterms:created xsi:type="dcterms:W3CDTF">2020-04-30T08:30:59Z</dcterms:created>
  <dcterms:modified xsi:type="dcterms:W3CDTF">2020-05-29T07:56:55Z</dcterms:modified>
</cp:coreProperties>
</file>