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5" r:id="rId5"/>
    <p:sldId id="266" r:id="rId6"/>
    <p:sldId id="267" r:id="rId7"/>
    <p:sldId id="268" r:id="rId8"/>
    <p:sldId id="269" r:id="rId9"/>
    <p:sldId id="270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320" autoAdjust="0"/>
  </p:normalViewPr>
  <p:slideViewPr>
    <p:cSldViewPr snapToGrid="0">
      <p:cViewPr varScale="1">
        <p:scale>
          <a:sx n="87" d="100"/>
          <a:sy n="87" d="100"/>
        </p:scale>
        <p:origin x="52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967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097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255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311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525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8430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163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9732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3636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095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398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38FE3C-1C26-43E1-BFCC-467E05BDA6F5}" type="datetimeFigureOut">
              <a:rPr lang="ko-KR" altLang="en-US" smtClean="0"/>
              <a:t>2020-05-29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98330E-787A-4096-A56F-DE211652F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997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4630161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/>
                        <a:t>정보구조설계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흐름도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2020-05-29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88890" y="2026732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2642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880360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016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4724452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2453080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2215125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정보구조설계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흐름도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2020-05-29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038762"/>
              </p:ext>
            </p:extLst>
          </p:nvPr>
        </p:nvGraphicFramePr>
        <p:xfrm>
          <a:off x="219403" y="2714092"/>
          <a:ext cx="11884673" cy="2110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2020-05-07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 smtClean="0">
                          <a:solidFill>
                            <a:schemeClr val="tx1"/>
                          </a:solidFill>
                        </a:rPr>
                        <a:t>정보구조설계</a:t>
                      </a:r>
                      <a:r>
                        <a:rPr lang="en-US" altLang="ko-KR" sz="1600" baseline="0" dirty="0" smtClean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aseline="0" dirty="0" smtClean="0">
                          <a:solidFill>
                            <a:schemeClr val="tx1"/>
                          </a:solidFill>
                        </a:rPr>
                        <a:t>흐름도</a:t>
                      </a:r>
                      <a:r>
                        <a:rPr lang="en-US" altLang="ko-KR" sz="1600" baseline="0" dirty="0" smtClean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6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2020-05-29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온라인 다이어그램 툴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(draw.io)</a:t>
                      </a: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을 활용하여 </a:t>
                      </a:r>
                      <a:r>
                        <a:rPr lang="ko-KR" altLang="en-US" sz="1600" dirty="0" err="1" smtClean="0">
                          <a:solidFill>
                            <a:schemeClr val="tx1"/>
                          </a:solidFill>
                        </a:rPr>
                        <a:t>재작성</a:t>
                      </a:r>
                      <a:r>
                        <a:rPr lang="en-US" altLang="ko-KR" sz="1600" dirty="0" smtClean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60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1575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smtClean="0"/>
              <a:t>로그인</a:t>
            </a:r>
            <a:endParaRPr lang="ko-KR" altLang="en-US" sz="4000" b="1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993" y="1555187"/>
            <a:ext cx="10058400" cy="4963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502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smtClean="0"/>
              <a:t>회원가입</a:t>
            </a:r>
            <a:endParaRPr lang="ko-KR" altLang="en-US" sz="4000" b="1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993" y="1529862"/>
            <a:ext cx="10058400" cy="4958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770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smtClean="0"/>
              <a:t>도서</a:t>
            </a:r>
            <a:endParaRPr lang="ko-KR" altLang="en-US" sz="40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993" y="1680065"/>
            <a:ext cx="10058400" cy="4701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930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smtClean="0"/>
              <a:t>자료실</a:t>
            </a:r>
            <a:endParaRPr lang="ko-KR" altLang="en-US" sz="4000" b="1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993" y="1521069"/>
            <a:ext cx="9514142" cy="498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160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smtClean="0"/>
              <a:t>질문답변</a:t>
            </a:r>
            <a:endParaRPr lang="ko-KR" altLang="en-US" sz="4000" b="1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993" y="1502017"/>
            <a:ext cx="10058400" cy="498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079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smtClean="0"/>
              <a:t>동영상 강의</a:t>
            </a:r>
            <a:endParaRPr lang="ko-KR" altLang="en-US" sz="4000" b="1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993" y="1537189"/>
            <a:ext cx="10058400" cy="498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7505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smtClean="0"/>
              <a:t>공지사항</a:t>
            </a:r>
            <a:r>
              <a:rPr lang="en-US" altLang="ko-KR" sz="4000" b="1" dirty="0" smtClean="0"/>
              <a:t>/</a:t>
            </a:r>
            <a:r>
              <a:rPr lang="ko-KR" altLang="en-US" sz="4000" b="1" dirty="0" smtClean="0"/>
              <a:t>이벤트</a:t>
            </a:r>
            <a:endParaRPr lang="ko-KR" altLang="en-US" sz="40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993" y="1545981"/>
            <a:ext cx="10058400" cy="4886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71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</TotalTime>
  <Words>76</Words>
  <Application>Microsoft Office PowerPoint</Application>
  <PresentationFormat>와이드스크린</PresentationFormat>
  <Paragraphs>38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출판사 Site</dc:title>
  <dc:creator>Ha Tae Min</dc:creator>
  <cp:lastModifiedBy>Ha Tae Min</cp:lastModifiedBy>
  <cp:revision>35</cp:revision>
  <dcterms:created xsi:type="dcterms:W3CDTF">2020-04-30T08:30:59Z</dcterms:created>
  <dcterms:modified xsi:type="dcterms:W3CDTF">2020-05-29T08:04:17Z</dcterms:modified>
</cp:coreProperties>
</file>