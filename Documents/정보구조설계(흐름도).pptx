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967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097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255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311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2020-05-04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525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8430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2020-05-04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163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9732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3636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095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398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38FE3C-1C26-43E1-BFCC-467E05BDA6F5}" type="datetimeFigureOut">
              <a:rPr lang="ko-KR" altLang="en-US" smtClean="0"/>
              <a:t>2020-05-04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1997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5394080" y="50512"/>
            <a:ext cx="14038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 smtClean="0"/>
              <a:t>로그인</a:t>
            </a:r>
            <a:endParaRPr lang="ko-KR" altLang="en-US" sz="3200" dirty="0"/>
          </a:p>
        </p:txBody>
      </p:sp>
      <p:sp>
        <p:nvSpPr>
          <p:cNvPr id="2" name="모서리가 둥근 직사각형 1"/>
          <p:cNvSpPr/>
          <p:nvPr/>
        </p:nvSpPr>
        <p:spPr>
          <a:xfrm>
            <a:off x="5440972" y="949568"/>
            <a:ext cx="1310054" cy="61546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  <p:sp>
        <p:nvSpPr>
          <p:cNvPr id="6" name="모서리가 둥근 직사각형 5"/>
          <p:cNvSpPr/>
          <p:nvPr/>
        </p:nvSpPr>
        <p:spPr>
          <a:xfrm>
            <a:off x="1510810" y="2209798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  <p:sp>
        <p:nvSpPr>
          <p:cNvPr id="7" name="모서리가 둥근 직사각형 6"/>
          <p:cNvSpPr/>
          <p:nvPr/>
        </p:nvSpPr>
        <p:spPr>
          <a:xfrm>
            <a:off x="4130918" y="2209798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회원가입</a:t>
            </a:r>
            <a:endParaRPr lang="ko-KR" altLang="en-US" dirty="0"/>
          </a:p>
        </p:txBody>
      </p:sp>
      <p:sp>
        <p:nvSpPr>
          <p:cNvPr id="8" name="모서리가 둥근 직사각형 7"/>
          <p:cNvSpPr/>
          <p:nvPr/>
        </p:nvSpPr>
        <p:spPr>
          <a:xfrm>
            <a:off x="6751026" y="2209798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아이디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찾기</a:t>
            </a:r>
            <a:endParaRPr lang="ko-KR" altLang="en-US" dirty="0"/>
          </a:p>
        </p:txBody>
      </p:sp>
      <p:sp>
        <p:nvSpPr>
          <p:cNvPr id="9" name="모서리가 둥근 직사각형 8"/>
          <p:cNvSpPr/>
          <p:nvPr/>
        </p:nvSpPr>
        <p:spPr>
          <a:xfrm>
            <a:off x="9371134" y="2212727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비밀번호 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찾기</a:t>
            </a:r>
            <a:endParaRPr lang="ko-KR" altLang="en-US" dirty="0"/>
          </a:p>
        </p:txBody>
      </p:sp>
      <p:cxnSp>
        <p:nvCxnSpPr>
          <p:cNvPr id="10" name="직선 연결선 9"/>
          <p:cNvCxnSpPr>
            <a:stCxn id="2" idx="2"/>
          </p:cNvCxnSpPr>
          <p:nvPr/>
        </p:nvCxnSpPr>
        <p:spPr>
          <a:xfrm>
            <a:off x="6095999" y="1565030"/>
            <a:ext cx="0" cy="2022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/>
          <p:cNvCxnSpPr/>
          <p:nvPr/>
        </p:nvCxnSpPr>
        <p:spPr>
          <a:xfrm>
            <a:off x="2165837" y="1767253"/>
            <a:ext cx="786032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endCxn id="6" idx="0"/>
          </p:cNvCxnSpPr>
          <p:nvPr/>
        </p:nvCxnSpPr>
        <p:spPr>
          <a:xfrm>
            <a:off x="2165837" y="1767253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>
            <a:endCxn id="9" idx="0"/>
          </p:cNvCxnSpPr>
          <p:nvPr/>
        </p:nvCxnSpPr>
        <p:spPr>
          <a:xfrm>
            <a:off x="10026161" y="1767253"/>
            <a:ext cx="0" cy="4454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/>
          <p:nvPr/>
        </p:nvCxnSpPr>
        <p:spPr>
          <a:xfrm>
            <a:off x="4780083" y="1767253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직선 화살표 연결선 19"/>
          <p:cNvCxnSpPr/>
          <p:nvPr/>
        </p:nvCxnSpPr>
        <p:spPr>
          <a:xfrm>
            <a:off x="7391398" y="1767253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모서리가 둥근 직사각형 22"/>
          <p:cNvSpPr/>
          <p:nvPr/>
        </p:nvSpPr>
        <p:spPr>
          <a:xfrm>
            <a:off x="5440972" y="5770683"/>
            <a:ext cx="1310054" cy="61546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메인</a:t>
            </a:r>
            <a:endParaRPr lang="ko-KR" altLang="en-US" dirty="0"/>
          </a:p>
        </p:txBody>
      </p:sp>
      <p:sp>
        <p:nvSpPr>
          <p:cNvPr id="24" name="모서리가 둥근 직사각형 23"/>
          <p:cNvSpPr/>
          <p:nvPr/>
        </p:nvSpPr>
        <p:spPr>
          <a:xfrm>
            <a:off x="4130918" y="3990240"/>
            <a:ext cx="1310054" cy="61546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회원가입</a:t>
            </a:r>
            <a:endParaRPr lang="en-US" altLang="ko-KR" dirty="0" smtClean="0"/>
          </a:p>
        </p:txBody>
      </p:sp>
      <p:cxnSp>
        <p:nvCxnSpPr>
          <p:cNvPr id="30" name="직선 연결선 29"/>
          <p:cNvCxnSpPr>
            <a:stCxn id="6" idx="2"/>
          </p:cNvCxnSpPr>
          <p:nvPr/>
        </p:nvCxnSpPr>
        <p:spPr>
          <a:xfrm>
            <a:off x="2165837" y="2825260"/>
            <a:ext cx="0" cy="34348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2165837" y="6260123"/>
            <a:ext cx="32751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41"/>
          <p:cNvCxnSpPr/>
          <p:nvPr/>
        </p:nvCxnSpPr>
        <p:spPr>
          <a:xfrm>
            <a:off x="4780081" y="4624754"/>
            <a:ext cx="2" cy="1292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직선 화살표 연결선 43"/>
          <p:cNvCxnSpPr/>
          <p:nvPr/>
        </p:nvCxnSpPr>
        <p:spPr>
          <a:xfrm>
            <a:off x="4785945" y="5917223"/>
            <a:ext cx="6550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모서리가 둥근 직사각형 46"/>
          <p:cNvSpPr/>
          <p:nvPr/>
        </p:nvSpPr>
        <p:spPr>
          <a:xfrm>
            <a:off x="6751026" y="3985843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아이디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확인</a:t>
            </a:r>
            <a:endParaRPr lang="ko-KR" altLang="en-US" dirty="0"/>
          </a:p>
        </p:txBody>
      </p:sp>
      <p:cxnSp>
        <p:nvCxnSpPr>
          <p:cNvPr id="50" name="직선 화살표 연결선 49"/>
          <p:cNvCxnSpPr>
            <a:endCxn id="24" idx="0"/>
          </p:cNvCxnSpPr>
          <p:nvPr/>
        </p:nvCxnSpPr>
        <p:spPr>
          <a:xfrm>
            <a:off x="4780081" y="2825260"/>
            <a:ext cx="5864" cy="11649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/>
          <p:cNvCxnSpPr>
            <a:endCxn id="47" idx="0"/>
          </p:cNvCxnSpPr>
          <p:nvPr/>
        </p:nvCxnSpPr>
        <p:spPr>
          <a:xfrm>
            <a:off x="7400188" y="2820863"/>
            <a:ext cx="5865" cy="11649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직선 화살표 연결선 52"/>
          <p:cNvCxnSpPr/>
          <p:nvPr/>
        </p:nvCxnSpPr>
        <p:spPr>
          <a:xfrm>
            <a:off x="10014431" y="2820863"/>
            <a:ext cx="0" cy="11649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연결선 56"/>
          <p:cNvCxnSpPr/>
          <p:nvPr/>
        </p:nvCxnSpPr>
        <p:spPr>
          <a:xfrm>
            <a:off x="7411913" y="4596908"/>
            <a:ext cx="2" cy="1292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/>
          <p:cNvCxnSpPr/>
          <p:nvPr/>
        </p:nvCxnSpPr>
        <p:spPr>
          <a:xfrm flipH="1">
            <a:off x="6751026" y="5893775"/>
            <a:ext cx="6638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모서리가 둥근 직사각형 63"/>
          <p:cNvSpPr/>
          <p:nvPr/>
        </p:nvSpPr>
        <p:spPr>
          <a:xfrm>
            <a:off x="9365269" y="3985844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비밀번호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재설정</a:t>
            </a:r>
            <a:endParaRPr lang="en-US" altLang="ko-KR" dirty="0" smtClean="0"/>
          </a:p>
        </p:txBody>
      </p:sp>
      <p:cxnSp>
        <p:nvCxnSpPr>
          <p:cNvPr id="69" name="직선 화살표 연결선 68"/>
          <p:cNvCxnSpPr/>
          <p:nvPr/>
        </p:nvCxnSpPr>
        <p:spPr>
          <a:xfrm flipH="1">
            <a:off x="6758355" y="6260123"/>
            <a:ext cx="32678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7503" y="4596908"/>
            <a:ext cx="16129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smtClean="0">
                <a:solidFill>
                  <a:srgbClr val="FF0000"/>
                </a:solidFill>
              </a:rPr>
              <a:t>(</a:t>
            </a:r>
            <a:r>
              <a:rPr lang="ko-KR" altLang="en-US" sz="1600" dirty="0" smtClean="0">
                <a:solidFill>
                  <a:srgbClr val="FF0000"/>
                </a:solidFill>
              </a:rPr>
              <a:t>비밀번호 일치</a:t>
            </a:r>
            <a:r>
              <a:rPr lang="en-US" altLang="ko-KR" sz="1600" dirty="0" smtClean="0">
                <a:solidFill>
                  <a:srgbClr val="FF0000"/>
                </a:solidFill>
              </a:rPr>
              <a:t>)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611529" y="3365217"/>
            <a:ext cx="16129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smtClean="0"/>
              <a:t>[</a:t>
            </a:r>
            <a:r>
              <a:rPr lang="ko-KR" altLang="en-US" sz="1600" dirty="0" smtClean="0"/>
              <a:t>인증번호 확인</a:t>
            </a:r>
            <a:r>
              <a:rPr lang="en-US" altLang="ko-KR" sz="1600" dirty="0" smtClean="0"/>
              <a:t>]</a:t>
            </a:r>
            <a:endParaRPr lang="ko-KR" altLang="en-US" sz="1600" dirty="0"/>
          </a:p>
        </p:txBody>
      </p:sp>
      <p:cxnSp>
        <p:nvCxnSpPr>
          <p:cNvPr id="74" name="직선 연결선 73"/>
          <p:cNvCxnSpPr/>
          <p:nvPr/>
        </p:nvCxnSpPr>
        <p:spPr>
          <a:xfrm>
            <a:off x="10014429" y="4593979"/>
            <a:ext cx="12179" cy="16661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5617651" y="2998870"/>
            <a:ext cx="12025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smtClean="0"/>
              <a:t>[</a:t>
            </a:r>
            <a:r>
              <a:rPr lang="ko-KR" altLang="en-US" sz="1600" dirty="0" smtClean="0"/>
              <a:t>정보 입력</a:t>
            </a:r>
            <a:r>
              <a:rPr lang="en-US" altLang="ko-KR" sz="1600" dirty="0" smtClean="0"/>
              <a:t>]</a:t>
            </a:r>
            <a:endParaRPr lang="ko-KR" altLang="en-US" sz="1600" dirty="0"/>
          </a:p>
        </p:txBody>
      </p:sp>
      <p:sp>
        <p:nvSpPr>
          <p:cNvPr id="80" name="TextBox 79"/>
          <p:cNvSpPr txBox="1"/>
          <p:nvPr/>
        </p:nvSpPr>
        <p:spPr>
          <a:xfrm>
            <a:off x="8218646" y="3362232"/>
            <a:ext cx="16129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smtClean="0"/>
              <a:t>[</a:t>
            </a:r>
            <a:r>
              <a:rPr lang="ko-KR" altLang="en-US" sz="1600" dirty="0" smtClean="0"/>
              <a:t>인증번호 확인</a:t>
            </a:r>
            <a:r>
              <a:rPr lang="en-US" altLang="ko-KR" sz="1600" dirty="0" smtClean="0"/>
              <a:t>]</a:t>
            </a:r>
            <a:endParaRPr lang="ko-KR" altLang="en-US" sz="1600" dirty="0"/>
          </a:p>
        </p:txBody>
      </p:sp>
      <p:sp>
        <p:nvSpPr>
          <p:cNvPr id="81" name="TextBox 80"/>
          <p:cNvSpPr txBox="1"/>
          <p:nvPr/>
        </p:nvSpPr>
        <p:spPr>
          <a:xfrm>
            <a:off x="8224768" y="2995885"/>
            <a:ext cx="12025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smtClean="0"/>
              <a:t>[</a:t>
            </a:r>
            <a:r>
              <a:rPr lang="ko-KR" altLang="en-US" sz="1600" dirty="0" smtClean="0"/>
              <a:t>정보 입력</a:t>
            </a:r>
            <a:r>
              <a:rPr lang="en-US" altLang="ko-KR" sz="1600" dirty="0" smtClean="0"/>
              <a:t>]</a:t>
            </a:r>
            <a:endParaRPr lang="ko-KR" altLang="en-US" sz="1600" dirty="0"/>
          </a:p>
        </p:txBody>
      </p:sp>
      <p:sp>
        <p:nvSpPr>
          <p:cNvPr id="83" name="TextBox 82"/>
          <p:cNvSpPr txBox="1"/>
          <p:nvPr/>
        </p:nvSpPr>
        <p:spPr>
          <a:xfrm>
            <a:off x="779338" y="4255425"/>
            <a:ext cx="12025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smtClean="0"/>
              <a:t>[</a:t>
            </a:r>
            <a:r>
              <a:rPr lang="ko-KR" altLang="en-US" sz="1600" dirty="0" smtClean="0"/>
              <a:t>정보 입력</a:t>
            </a:r>
            <a:r>
              <a:rPr lang="en-US" altLang="ko-KR" sz="1600" dirty="0" smtClean="0"/>
              <a:t>]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587802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5161816" y="50512"/>
            <a:ext cx="18683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smtClean="0"/>
              <a:t>커뮤니티</a:t>
            </a:r>
            <a:endParaRPr lang="ko-KR" altLang="en-US" sz="3200" dirty="0"/>
          </a:p>
        </p:txBody>
      </p:sp>
      <p:sp>
        <p:nvSpPr>
          <p:cNvPr id="2" name="모서리가 둥근 직사각형 1"/>
          <p:cNvSpPr/>
          <p:nvPr/>
        </p:nvSpPr>
        <p:spPr>
          <a:xfrm>
            <a:off x="5440972" y="949568"/>
            <a:ext cx="1310054" cy="61546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커뮤니티</a:t>
            </a:r>
            <a:endParaRPr lang="ko-KR" altLang="en-US" dirty="0"/>
          </a:p>
        </p:txBody>
      </p:sp>
      <p:sp>
        <p:nvSpPr>
          <p:cNvPr id="6" name="모서리가 둥근 직사각형 5"/>
          <p:cNvSpPr/>
          <p:nvPr/>
        </p:nvSpPr>
        <p:spPr>
          <a:xfrm>
            <a:off x="1510810" y="2209798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공지사항</a:t>
            </a:r>
            <a:r>
              <a:rPr lang="en-US" altLang="ko-KR" dirty="0" smtClean="0"/>
              <a:t>/</a:t>
            </a:r>
            <a:r>
              <a:rPr lang="ko-KR" altLang="en-US" dirty="0" smtClean="0"/>
              <a:t>이벤트</a:t>
            </a:r>
            <a:endParaRPr lang="ko-KR" altLang="en-US" dirty="0"/>
          </a:p>
        </p:txBody>
      </p:sp>
      <p:sp>
        <p:nvSpPr>
          <p:cNvPr id="7" name="모서리가 둥근 직사각형 6"/>
          <p:cNvSpPr/>
          <p:nvPr/>
        </p:nvSpPr>
        <p:spPr>
          <a:xfrm>
            <a:off x="4130918" y="2209798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자료실</a:t>
            </a:r>
            <a:endParaRPr lang="ko-KR" altLang="en-US" dirty="0"/>
          </a:p>
        </p:txBody>
      </p:sp>
      <p:sp>
        <p:nvSpPr>
          <p:cNvPr id="8" name="모서리가 둥근 직사각형 7"/>
          <p:cNvSpPr/>
          <p:nvPr/>
        </p:nvSpPr>
        <p:spPr>
          <a:xfrm>
            <a:off x="6751026" y="2209798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동영상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강의</a:t>
            </a:r>
            <a:endParaRPr lang="ko-KR" altLang="en-US" dirty="0"/>
          </a:p>
        </p:txBody>
      </p:sp>
      <p:sp>
        <p:nvSpPr>
          <p:cNvPr id="9" name="모서리가 둥근 직사각형 8"/>
          <p:cNvSpPr/>
          <p:nvPr/>
        </p:nvSpPr>
        <p:spPr>
          <a:xfrm>
            <a:off x="9371134" y="2212727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질문답변</a:t>
            </a:r>
            <a:endParaRPr lang="ko-KR" altLang="en-US" dirty="0"/>
          </a:p>
        </p:txBody>
      </p:sp>
      <p:cxnSp>
        <p:nvCxnSpPr>
          <p:cNvPr id="10" name="직선 연결선 9"/>
          <p:cNvCxnSpPr>
            <a:stCxn id="2" idx="2"/>
          </p:cNvCxnSpPr>
          <p:nvPr/>
        </p:nvCxnSpPr>
        <p:spPr>
          <a:xfrm>
            <a:off x="6095999" y="1565030"/>
            <a:ext cx="0" cy="2022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/>
          <p:cNvCxnSpPr/>
          <p:nvPr/>
        </p:nvCxnSpPr>
        <p:spPr>
          <a:xfrm>
            <a:off x="2165837" y="1767253"/>
            <a:ext cx="786032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endCxn id="6" idx="0"/>
          </p:cNvCxnSpPr>
          <p:nvPr/>
        </p:nvCxnSpPr>
        <p:spPr>
          <a:xfrm>
            <a:off x="2165837" y="1767253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>
            <a:endCxn id="9" idx="0"/>
          </p:cNvCxnSpPr>
          <p:nvPr/>
        </p:nvCxnSpPr>
        <p:spPr>
          <a:xfrm>
            <a:off x="10026161" y="1767253"/>
            <a:ext cx="0" cy="4454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>
            <a:off x="4780083" y="1767253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>
            <a:off x="7391398" y="1767253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82284" y="213173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[</a:t>
            </a:r>
            <a:r>
              <a:rPr lang="ko-KR" altLang="en-US" dirty="0" smtClean="0"/>
              <a:t>관리자</a:t>
            </a:r>
            <a:r>
              <a:rPr lang="en-US" altLang="ko-KR" dirty="0" smtClean="0"/>
              <a:t>]</a:t>
            </a:r>
            <a:endParaRPr lang="ko-KR" altLang="en-US" dirty="0"/>
          </a:p>
        </p:txBody>
      </p:sp>
      <p:cxnSp>
        <p:nvCxnSpPr>
          <p:cNvPr id="22" name="직선 연결선 21"/>
          <p:cNvCxnSpPr/>
          <p:nvPr/>
        </p:nvCxnSpPr>
        <p:spPr>
          <a:xfrm>
            <a:off x="2165837" y="3341077"/>
            <a:ext cx="786032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2165837" y="3991708"/>
            <a:ext cx="786032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/>
          <p:nvPr/>
        </p:nvCxnSpPr>
        <p:spPr>
          <a:xfrm>
            <a:off x="2165837" y="3991708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모서리가 둥근 직사각형 27"/>
          <p:cNvSpPr/>
          <p:nvPr/>
        </p:nvSpPr>
        <p:spPr>
          <a:xfrm>
            <a:off x="1510810" y="4434253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읽기</a:t>
            </a:r>
            <a:endParaRPr lang="ko-KR" altLang="en-US" dirty="0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440970" y="4434253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수정</a:t>
            </a:r>
            <a:endParaRPr lang="ko-KR" altLang="en-US" dirty="0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7408982" y="4434253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삭제</a:t>
            </a:r>
            <a:endParaRPr lang="en-US" altLang="ko-KR" dirty="0" smtClean="0"/>
          </a:p>
        </p:txBody>
      </p:sp>
      <p:sp>
        <p:nvSpPr>
          <p:cNvPr id="31" name="모서리가 둥근 직사각형 30"/>
          <p:cNvSpPr/>
          <p:nvPr/>
        </p:nvSpPr>
        <p:spPr>
          <a:xfrm>
            <a:off x="9371134" y="4437182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답변</a:t>
            </a:r>
            <a:endParaRPr lang="ko-KR" altLang="en-US" dirty="0"/>
          </a:p>
        </p:txBody>
      </p:sp>
      <p:cxnSp>
        <p:nvCxnSpPr>
          <p:cNvPr id="32" name="직선 화살표 연결선 31"/>
          <p:cNvCxnSpPr/>
          <p:nvPr/>
        </p:nvCxnSpPr>
        <p:spPr>
          <a:xfrm flipH="1">
            <a:off x="6090135" y="3341077"/>
            <a:ext cx="5864" cy="1093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화살표 연결선 32"/>
          <p:cNvCxnSpPr/>
          <p:nvPr/>
        </p:nvCxnSpPr>
        <p:spPr>
          <a:xfrm>
            <a:off x="8028836" y="3991708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/>
          <p:cNvCxnSpPr/>
          <p:nvPr/>
        </p:nvCxnSpPr>
        <p:spPr>
          <a:xfrm>
            <a:off x="10023229" y="3991708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011573" y="5161025"/>
            <a:ext cx="202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solidFill>
                  <a:srgbClr val="FF0000"/>
                </a:solidFill>
              </a:rPr>
              <a:t>(</a:t>
            </a:r>
            <a:r>
              <a:rPr lang="ko-KR" altLang="en-US" dirty="0" smtClean="0">
                <a:solidFill>
                  <a:srgbClr val="FF0000"/>
                </a:solidFill>
              </a:rPr>
              <a:t>질문답변 게시판</a:t>
            </a:r>
            <a:r>
              <a:rPr lang="en-US" altLang="ko-KR" dirty="0" smtClean="0">
                <a:solidFill>
                  <a:srgbClr val="FF0000"/>
                </a:solidFill>
              </a:rPr>
              <a:t>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36" name="직선 화살표 연결선 35"/>
          <p:cNvCxnSpPr/>
          <p:nvPr/>
        </p:nvCxnSpPr>
        <p:spPr>
          <a:xfrm>
            <a:off x="2165837" y="2825260"/>
            <a:ext cx="0" cy="5158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>
            <a:off x="4780083" y="2825260"/>
            <a:ext cx="0" cy="5158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7391398" y="2825260"/>
            <a:ext cx="0" cy="5158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/>
          <p:nvPr/>
        </p:nvCxnSpPr>
        <p:spPr>
          <a:xfrm>
            <a:off x="10020297" y="2825260"/>
            <a:ext cx="0" cy="5158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4127985" y="3991708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모서리가 둥근 직사각형 41"/>
          <p:cNvSpPr/>
          <p:nvPr/>
        </p:nvSpPr>
        <p:spPr>
          <a:xfrm>
            <a:off x="3472958" y="4434253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쓰기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48114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5161816" y="50512"/>
            <a:ext cx="18683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smtClean="0"/>
              <a:t>커뮤니티</a:t>
            </a:r>
            <a:endParaRPr lang="ko-KR" altLang="en-US" sz="3200" dirty="0"/>
          </a:p>
        </p:txBody>
      </p:sp>
      <p:sp>
        <p:nvSpPr>
          <p:cNvPr id="2" name="모서리가 둥근 직사각형 1"/>
          <p:cNvSpPr/>
          <p:nvPr/>
        </p:nvSpPr>
        <p:spPr>
          <a:xfrm>
            <a:off x="5440972" y="949568"/>
            <a:ext cx="1310054" cy="61546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커뮤니티</a:t>
            </a:r>
            <a:endParaRPr lang="ko-KR" altLang="en-US" dirty="0"/>
          </a:p>
        </p:txBody>
      </p:sp>
      <p:sp>
        <p:nvSpPr>
          <p:cNvPr id="6" name="모서리가 둥근 직사각형 5"/>
          <p:cNvSpPr/>
          <p:nvPr/>
        </p:nvSpPr>
        <p:spPr>
          <a:xfrm>
            <a:off x="1510810" y="2209798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공지사항</a:t>
            </a:r>
            <a:r>
              <a:rPr lang="en-US" altLang="ko-KR" dirty="0" smtClean="0"/>
              <a:t>/</a:t>
            </a:r>
            <a:r>
              <a:rPr lang="ko-KR" altLang="en-US" dirty="0" smtClean="0"/>
              <a:t>이벤트</a:t>
            </a:r>
            <a:endParaRPr lang="ko-KR" altLang="en-US" dirty="0"/>
          </a:p>
        </p:txBody>
      </p:sp>
      <p:sp>
        <p:nvSpPr>
          <p:cNvPr id="7" name="모서리가 둥근 직사각형 6"/>
          <p:cNvSpPr/>
          <p:nvPr/>
        </p:nvSpPr>
        <p:spPr>
          <a:xfrm>
            <a:off x="4130918" y="2209798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자료실</a:t>
            </a:r>
            <a:endParaRPr lang="ko-KR" altLang="en-US" dirty="0"/>
          </a:p>
        </p:txBody>
      </p:sp>
      <p:sp>
        <p:nvSpPr>
          <p:cNvPr id="8" name="모서리가 둥근 직사각형 7"/>
          <p:cNvSpPr/>
          <p:nvPr/>
        </p:nvSpPr>
        <p:spPr>
          <a:xfrm>
            <a:off x="6751026" y="2209798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동영상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강의</a:t>
            </a:r>
            <a:endParaRPr lang="ko-KR" altLang="en-US" dirty="0"/>
          </a:p>
        </p:txBody>
      </p:sp>
      <p:sp>
        <p:nvSpPr>
          <p:cNvPr id="9" name="모서리가 둥근 직사각형 8"/>
          <p:cNvSpPr/>
          <p:nvPr/>
        </p:nvSpPr>
        <p:spPr>
          <a:xfrm>
            <a:off x="9371134" y="2212727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질문답변</a:t>
            </a:r>
            <a:endParaRPr lang="ko-KR" altLang="en-US" dirty="0"/>
          </a:p>
        </p:txBody>
      </p:sp>
      <p:cxnSp>
        <p:nvCxnSpPr>
          <p:cNvPr id="10" name="직선 연결선 9"/>
          <p:cNvCxnSpPr>
            <a:stCxn id="2" idx="2"/>
          </p:cNvCxnSpPr>
          <p:nvPr/>
        </p:nvCxnSpPr>
        <p:spPr>
          <a:xfrm>
            <a:off x="6095999" y="1565030"/>
            <a:ext cx="0" cy="2022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/>
          <p:cNvCxnSpPr/>
          <p:nvPr/>
        </p:nvCxnSpPr>
        <p:spPr>
          <a:xfrm>
            <a:off x="2165837" y="1767253"/>
            <a:ext cx="786032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endCxn id="6" idx="0"/>
          </p:cNvCxnSpPr>
          <p:nvPr/>
        </p:nvCxnSpPr>
        <p:spPr>
          <a:xfrm>
            <a:off x="2165837" y="1767253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>
            <a:endCxn id="9" idx="0"/>
          </p:cNvCxnSpPr>
          <p:nvPr/>
        </p:nvCxnSpPr>
        <p:spPr>
          <a:xfrm>
            <a:off x="10026161" y="1767253"/>
            <a:ext cx="0" cy="4454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>
            <a:off x="4780083" y="1767253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>
            <a:off x="7391398" y="1767253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780083" y="3341077"/>
            <a:ext cx="524607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모서리가 둥근 직사각형 27"/>
          <p:cNvSpPr/>
          <p:nvPr/>
        </p:nvSpPr>
        <p:spPr>
          <a:xfrm>
            <a:off x="1510810" y="5533291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읽기</a:t>
            </a:r>
            <a:endParaRPr lang="ko-KR" altLang="en-US" dirty="0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6751026" y="5533290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수정</a:t>
            </a:r>
            <a:endParaRPr lang="ko-KR" altLang="en-US" dirty="0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371134" y="5533291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삭제</a:t>
            </a:r>
            <a:endParaRPr lang="en-US" altLang="ko-KR" dirty="0" smtClean="0"/>
          </a:p>
        </p:txBody>
      </p:sp>
      <p:cxnSp>
        <p:nvCxnSpPr>
          <p:cNvPr id="32" name="직선 화살표 연결선 31"/>
          <p:cNvCxnSpPr/>
          <p:nvPr/>
        </p:nvCxnSpPr>
        <p:spPr>
          <a:xfrm>
            <a:off x="7406053" y="5090745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화살표 연결선 32"/>
          <p:cNvCxnSpPr>
            <a:stCxn id="9" idx="2"/>
          </p:cNvCxnSpPr>
          <p:nvPr/>
        </p:nvCxnSpPr>
        <p:spPr>
          <a:xfrm flipH="1">
            <a:off x="9990988" y="2828189"/>
            <a:ext cx="35173" cy="27051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화살표 연결선 35"/>
          <p:cNvCxnSpPr>
            <a:endCxn id="28" idx="0"/>
          </p:cNvCxnSpPr>
          <p:nvPr/>
        </p:nvCxnSpPr>
        <p:spPr>
          <a:xfrm flipH="1">
            <a:off x="2165837" y="2825260"/>
            <a:ext cx="2932" cy="27080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>
            <a:off x="4780083" y="2825260"/>
            <a:ext cx="0" cy="5158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7391398" y="2825260"/>
            <a:ext cx="0" cy="5158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4785945" y="5090745"/>
            <a:ext cx="0" cy="44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모서리가 둥근 직사각형 41"/>
          <p:cNvSpPr/>
          <p:nvPr/>
        </p:nvSpPr>
        <p:spPr>
          <a:xfrm>
            <a:off x="4130918" y="5533290"/>
            <a:ext cx="1310054" cy="61546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쓰기</a:t>
            </a:r>
            <a:endParaRPr lang="ko-KR" alt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6882284" y="213173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[</a:t>
            </a:r>
            <a:r>
              <a:rPr lang="ko-KR" altLang="en-US" dirty="0" smtClean="0"/>
              <a:t>사용자</a:t>
            </a:r>
            <a:r>
              <a:rPr lang="en-US" altLang="ko-KR" dirty="0" smtClean="0"/>
              <a:t>]</a:t>
            </a:r>
            <a:endParaRPr lang="ko-KR" altLang="en-US" dirty="0"/>
          </a:p>
        </p:txBody>
      </p:sp>
      <p:sp>
        <p:nvSpPr>
          <p:cNvPr id="43" name="TextBox 42"/>
          <p:cNvSpPr txBox="1"/>
          <p:nvPr/>
        </p:nvSpPr>
        <p:spPr>
          <a:xfrm>
            <a:off x="5297589" y="4586648"/>
            <a:ext cx="1561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solidFill>
                  <a:srgbClr val="FF0000"/>
                </a:solidFill>
              </a:rPr>
              <a:t>(</a:t>
            </a:r>
            <a:r>
              <a:rPr lang="ko-KR" altLang="en-US" dirty="0" smtClean="0">
                <a:solidFill>
                  <a:srgbClr val="FF0000"/>
                </a:solidFill>
              </a:rPr>
              <a:t>로그인 상태</a:t>
            </a:r>
            <a:r>
              <a:rPr lang="en-US" altLang="ko-KR" dirty="0" smtClean="0">
                <a:solidFill>
                  <a:srgbClr val="FF0000"/>
                </a:solidFill>
              </a:rPr>
              <a:t>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52463" y="3959440"/>
            <a:ext cx="1792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>
                <a:solidFill>
                  <a:srgbClr val="FF0000"/>
                </a:solidFill>
              </a:rPr>
              <a:t>(</a:t>
            </a:r>
            <a:r>
              <a:rPr lang="ko-KR" altLang="en-US" dirty="0" smtClean="0">
                <a:solidFill>
                  <a:srgbClr val="FF0000"/>
                </a:solidFill>
              </a:rPr>
              <a:t>로그아웃 상태</a:t>
            </a:r>
            <a:r>
              <a:rPr lang="en-US" altLang="ko-KR" dirty="0" smtClean="0">
                <a:solidFill>
                  <a:srgbClr val="FF0000"/>
                </a:solidFill>
              </a:rPr>
              <a:t>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17" name="직선 화살표 연결선 16"/>
          <p:cNvCxnSpPr/>
          <p:nvPr/>
        </p:nvCxnSpPr>
        <p:spPr>
          <a:xfrm flipH="1">
            <a:off x="2168769" y="5090745"/>
            <a:ext cx="782221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8203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83</Words>
  <Application>Microsoft Office PowerPoint</Application>
  <PresentationFormat>와이드스크린</PresentationFormat>
  <Paragraphs>48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출판사 Site</dc:title>
  <dc:creator>Ha Tae Min</dc:creator>
  <cp:lastModifiedBy>Ha Tae Min</cp:lastModifiedBy>
  <cp:revision>19</cp:revision>
  <dcterms:created xsi:type="dcterms:W3CDTF">2020-04-30T08:30:59Z</dcterms:created>
  <dcterms:modified xsi:type="dcterms:W3CDTF">2020-05-04T07:20:59Z</dcterms:modified>
</cp:coreProperties>
</file>